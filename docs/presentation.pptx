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13716000" cy="10287000"/>
  <p:notesSz cx="6858000" cy="9144000"/>
  <p:embeddedFontLst>
    <p:embeddedFont>
      <p:font typeface="윤고딕" panose="020B0600000101010101" charset="-127"/>
      <p:regular r:id="rId22"/>
    </p:embeddedFont>
    <p:embeddedFont>
      <p:font typeface="윤고딕 Bold" panose="020B0600000101010101" charset="-127"/>
      <p:regular r:id="rId23"/>
    </p:embeddedFont>
    <p:embeddedFont>
      <p:font typeface="윤고딕 Medium" panose="020B0600000101010101" charset="-127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-461" y="-13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6.sv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12" Type="http://schemas.openxmlformats.org/officeDocument/2006/relationships/image" Target="../media/image17.sv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33.png"/><Relationship Id="rId3" Type="http://schemas.openxmlformats.org/officeDocument/2006/relationships/image" Target="../media/image26.svg"/><Relationship Id="rId7" Type="http://schemas.openxmlformats.org/officeDocument/2006/relationships/image" Target="../media/image6.svg"/><Relationship Id="rId12" Type="http://schemas.openxmlformats.org/officeDocument/2006/relationships/image" Target="../media/image32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1.png"/><Relationship Id="rId5" Type="http://schemas.openxmlformats.org/officeDocument/2006/relationships/image" Target="../media/image28.svg"/><Relationship Id="rId10" Type="http://schemas.openxmlformats.org/officeDocument/2006/relationships/image" Target="../media/image30.sv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5.svg"/><Relationship Id="rId7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5.sv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7.sv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6.png"/><Relationship Id="rId11" Type="http://schemas.openxmlformats.org/officeDocument/2006/relationships/image" Target="../media/image6.svg"/><Relationship Id="rId5" Type="http://schemas.openxmlformats.org/officeDocument/2006/relationships/image" Target="../media/image35.svg"/><Relationship Id="rId10" Type="http://schemas.openxmlformats.org/officeDocument/2006/relationships/image" Target="../media/image5.png"/><Relationship Id="rId4" Type="http://schemas.openxmlformats.org/officeDocument/2006/relationships/image" Target="../media/image34.png"/><Relationship Id="rId9" Type="http://schemas.openxmlformats.org/officeDocument/2006/relationships/image" Target="../media/image4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3.jpeg"/><Relationship Id="rId3" Type="http://schemas.openxmlformats.org/officeDocument/2006/relationships/image" Target="../media/image46.svg"/><Relationship Id="rId7" Type="http://schemas.openxmlformats.org/officeDocument/2006/relationships/image" Target="../media/image6.svg"/><Relationship Id="rId12" Type="http://schemas.openxmlformats.org/officeDocument/2006/relationships/image" Target="../media/image53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2.png"/><Relationship Id="rId5" Type="http://schemas.openxmlformats.org/officeDocument/2006/relationships/image" Target="../media/image48.svg"/><Relationship Id="rId10" Type="http://schemas.openxmlformats.org/officeDocument/2006/relationships/image" Target="../media/image51.svg"/><Relationship Id="rId4" Type="http://schemas.openxmlformats.org/officeDocument/2006/relationships/image" Target="../media/image47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46.svg"/><Relationship Id="rId7" Type="http://schemas.openxmlformats.org/officeDocument/2006/relationships/image" Target="../media/image6.svg"/><Relationship Id="rId12" Type="http://schemas.openxmlformats.org/officeDocument/2006/relationships/image" Target="../media/image17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8.svg"/><Relationship Id="rId10" Type="http://schemas.openxmlformats.org/officeDocument/2006/relationships/image" Target="../media/image55.png"/><Relationship Id="rId4" Type="http://schemas.openxmlformats.org/officeDocument/2006/relationships/image" Target="../media/image47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57.svg"/><Relationship Id="rId7" Type="http://schemas.openxmlformats.org/officeDocument/2006/relationships/image" Target="../media/image6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9" Type="http://schemas.openxmlformats.org/officeDocument/2006/relationships/image" Target="../media/image6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62.svg"/><Relationship Id="rId7" Type="http://schemas.openxmlformats.org/officeDocument/2006/relationships/image" Target="../media/image6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9" Type="http://schemas.openxmlformats.org/officeDocument/2006/relationships/image" Target="../media/image6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7.svg"/><Relationship Id="rId7" Type="http://schemas.openxmlformats.org/officeDocument/2006/relationships/image" Target="../media/image70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9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7" Type="http://schemas.openxmlformats.org/officeDocument/2006/relationships/image" Target="../media/image6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83.png"/><Relationship Id="rId3" Type="http://schemas.openxmlformats.org/officeDocument/2006/relationships/image" Target="../media/image76.svg"/><Relationship Id="rId7" Type="http://schemas.openxmlformats.org/officeDocument/2006/relationships/image" Target="../media/image6.svg"/><Relationship Id="rId12" Type="http://schemas.openxmlformats.org/officeDocument/2006/relationships/image" Target="../media/image82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1.png"/><Relationship Id="rId5" Type="http://schemas.openxmlformats.org/officeDocument/2006/relationships/image" Target="../media/image78.svg"/><Relationship Id="rId10" Type="http://schemas.openxmlformats.org/officeDocument/2006/relationships/image" Target="../media/image80.svg"/><Relationship Id="rId4" Type="http://schemas.openxmlformats.org/officeDocument/2006/relationships/image" Target="../media/image77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2.svg"/><Relationship Id="rId3" Type="http://schemas.openxmlformats.org/officeDocument/2006/relationships/image" Target="../media/image76.svg"/><Relationship Id="rId7" Type="http://schemas.openxmlformats.org/officeDocument/2006/relationships/image" Target="../media/image6.svg"/><Relationship Id="rId12" Type="http://schemas.openxmlformats.org/officeDocument/2006/relationships/image" Target="../media/image81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7.svg"/><Relationship Id="rId5" Type="http://schemas.openxmlformats.org/officeDocument/2006/relationships/image" Target="../media/image78.svg"/><Relationship Id="rId15" Type="http://schemas.openxmlformats.org/officeDocument/2006/relationships/image" Target="../media/image84.png"/><Relationship Id="rId10" Type="http://schemas.openxmlformats.org/officeDocument/2006/relationships/image" Target="../media/image86.png"/><Relationship Id="rId4" Type="http://schemas.openxmlformats.org/officeDocument/2006/relationships/image" Target="../media/image77.png"/><Relationship Id="rId9" Type="http://schemas.openxmlformats.org/officeDocument/2006/relationships/image" Target="../media/image13.jpeg"/><Relationship Id="rId14" Type="http://schemas.openxmlformats.org/officeDocument/2006/relationships/image" Target="../media/image8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94.png"/><Relationship Id="rId3" Type="http://schemas.openxmlformats.org/officeDocument/2006/relationships/image" Target="../media/image76.svg"/><Relationship Id="rId7" Type="http://schemas.openxmlformats.org/officeDocument/2006/relationships/image" Target="../media/image6.svg"/><Relationship Id="rId12" Type="http://schemas.openxmlformats.org/officeDocument/2006/relationships/image" Target="../media/image93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2.png"/><Relationship Id="rId5" Type="http://schemas.openxmlformats.org/officeDocument/2006/relationships/image" Target="../media/image78.svg"/><Relationship Id="rId10" Type="http://schemas.openxmlformats.org/officeDocument/2006/relationships/image" Target="../media/image91.svg"/><Relationship Id="rId4" Type="http://schemas.openxmlformats.org/officeDocument/2006/relationships/image" Target="../media/image77.png"/><Relationship Id="rId9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7" Type="http://schemas.openxmlformats.org/officeDocument/2006/relationships/image" Target="../media/image6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7" Type="http://schemas.openxmlformats.org/officeDocument/2006/relationships/image" Target="../media/image6.sv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8.svg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719" y="2359457"/>
            <a:ext cx="10997725" cy="5827078"/>
          </a:xfrm>
          <a:custGeom>
            <a:avLst/>
            <a:gdLst/>
            <a:ahLst/>
            <a:cxnLst/>
            <a:rect l="l" t="t" r="r" b="b"/>
            <a:pathLst>
              <a:path w="10997725" h="5827078">
                <a:moveTo>
                  <a:pt x="0" y="0"/>
                </a:moveTo>
                <a:lnTo>
                  <a:pt x="10997724" y="0"/>
                </a:lnTo>
                <a:lnTo>
                  <a:pt x="10997724" y="5827078"/>
                </a:lnTo>
                <a:lnTo>
                  <a:pt x="0" y="5827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9557" y="2260294"/>
            <a:ext cx="10997725" cy="5827078"/>
          </a:xfrm>
          <a:custGeom>
            <a:avLst/>
            <a:gdLst/>
            <a:ahLst/>
            <a:cxnLst/>
            <a:rect l="l" t="t" r="r" b="b"/>
            <a:pathLst>
              <a:path w="10997725" h="5827078">
                <a:moveTo>
                  <a:pt x="0" y="0"/>
                </a:moveTo>
                <a:lnTo>
                  <a:pt x="10997724" y="0"/>
                </a:lnTo>
                <a:lnTo>
                  <a:pt x="10997724" y="5827079"/>
                </a:lnTo>
                <a:lnTo>
                  <a:pt x="0" y="5827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77656" y="5765404"/>
            <a:ext cx="2191045" cy="23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328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발표자 ; 박종빈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77656" y="3544141"/>
            <a:ext cx="5385116" cy="1136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3"/>
              </a:lnSpc>
            </a:pPr>
            <a:r>
              <a:rPr lang="en-US" sz="5688" spc="-56">
                <a:solidFill>
                  <a:srgbClr val="FFBD5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PLC 프로젝트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7656" y="4366608"/>
            <a:ext cx="4751780" cy="1136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3"/>
              </a:lnSpc>
            </a:pPr>
            <a:r>
              <a:rPr lang="en-US" sz="5688" spc="-56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자동화 공정</a:t>
            </a: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372DDE77-CB05-4667-99FE-46C1963ED886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6947" y="2736619"/>
            <a:ext cx="9507825" cy="5037666"/>
          </a:xfrm>
          <a:custGeom>
            <a:avLst/>
            <a:gdLst/>
            <a:ahLst/>
            <a:cxnLst/>
            <a:rect l="l" t="t" r="r" b="b"/>
            <a:pathLst>
              <a:path w="9507825" h="5037666">
                <a:moveTo>
                  <a:pt x="0" y="0"/>
                </a:moveTo>
                <a:lnTo>
                  <a:pt x="9507825" y="0"/>
                </a:lnTo>
                <a:lnTo>
                  <a:pt x="9507825" y="5037666"/>
                </a:lnTo>
                <a:lnTo>
                  <a:pt x="0" y="5037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61222" y="2650894"/>
            <a:ext cx="9507825" cy="5037666"/>
          </a:xfrm>
          <a:custGeom>
            <a:avLst/>
            <a:gdLst/>
            <a:ahLst/>
            <a:cxnLst/>
            <a:rect l="l" t="t" r="r" b="b"/>
            <a:pathLst>
              <a:path w="9507825" h="5037666">
                <a:moveTo>
                  <a:pt x="0" y="0"/>
                </a:moveTo>
                <a:lnTo>
                  <a:pt x="9507825" y="0"/>
                </a:lnTo>
                <a:lnTo>
                  <a:pt x="9507825" y="5037666"/>
                </a:lnTo>
                <a:lnTo>
                  <a:pt x="0" y="5037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956827" y="5156272"/>
            <a:ext cx="393149" cy="395385"/>
          </a:xfrm>
          <a:custGeom>
            <a:avLst/>
            <a:gdLst/>
            <a:ahLst/>
            <a:cxnLst/>
            <a:rect l="l" t="t" r="r" b="b"/>
            <a:pathLst>
              <a:path w="393149" h="395385">
                <a:moveTo>
                  <a:pt x="0" y="0"/>
                </a:moveTo>
                <a:lnTo>
                  <a:pt x="393149" y="0"/>
                </a:lnTo>
                <a:lnTo>
                  <a:pt x="393149" y="395385"/>
                </a:lnTo>
                <a:lnTo>
                  <a:pt x="0" y="395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13598" y="5208364"/>
            <a:ext cx="279606" cy="24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</a:pPr>
            <a:r>
              <a:rPr lang="en-US" sz="1332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8086004" y="5156272"/>
            <a:ext cx="393149" cy="395385"/>
          </a:xfrm>
          <a:custGeom>
            <a:avLst/>
            <a:gdLst/>
            <a:ahLst/>
            <a:cxnLst/>
            <a:rect l="l" t="t" r="r" b="b"/>
            <a:pathLst>
              <a:path w="393149" h="395385">
                <a:moveTo>
                  <a:pt x="0" y="0"/>
                </a:moveTo>
                <a:lnTo>
                  <a:pt x="393149" y="0"/>
                </a:lnTo>
                <a:lnTo>
                  <a:pt x="393149" y="395385"/>
                </a:lnTo>
                <a:lnTo>
                  <a:pt x="0" y="395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142775" y="5208364"/>
            <a:ext cx="279606" cy="24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</a:pPr>
            <a:r>
              <a:rPr lang="en-US" sz="1332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02</a:t>
            </a:r>
          </a:p>
        </p:txBody>
      </p:sp>
      <p:sp>
        <p:nvSpPr>
          <p:cNvPr id="9" name="Freeform 9"/>
          <p:cNvSpPr/>
          <p:nvPr/>
        </p:nvSpPr>
        <p:spPr>
          <a:xfrm>
            <a:off x="4956827" y="5765005"/>
            <a:ext cx="393149" cy="395385"/>
          </a:xfrm>
          <a:custGeom>
            <a:avLst/>
            <a:gdLst/>
            <a:ahLst/>
            <a:cxnLst/>
            <a:rect l="l" t="t" r="r" b="b"/>
            <a:pathLst>
              <a:path w="393149" h="395385">
                <a:moveTo>
                  <a:pt x="0" y="0"/>
                </a:moveTo>
                <a:lnTo>
                  <a:pt x="393149" y="0"/>
                </a:lnTo>
                <a:lnTo>
                  <a:pt x="393149" y="395385"/>
                </a:lnTo>
                <a:lnTo>
                  <a:pt x="0" y="395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13598" y="5817097"/>
            <a:ext cx="279606" cy="24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</a:pPr>
            <a:r>
              <a:rPr lang="en-US" sz="1332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03</a:t>
            </a:r>
          </a:p>
        </p:txBody>
      </p:sp>
      <p:sp>
        <p:nvSpPr>
          <p:cNvPr id="11" name="Freeform 11"/>
          <p:cNvSpPr/>
          <p:nvPr/>
        </p:nvSpPr>
        <p:spPr>
          <a:xfrm>
            <a:off x="8086004" y="5765005"/>
            <a:ext cx="393149" cy="395385"/>
          </a:xfrm>
          <a:custGeom>
            <a:avLst/>
            <a:gdLst/>
            <a:ahLst/>
            <a:cxnLst/>
            <a:rect l="l" t="t" r="r" b="b"/>
            <a:pathLst>
              <a:path w="393149" h="395385">
                <a:moveTo>
                  <a:pt x="0" y="0"/>
                </a:moveTo>
                <a:lnTo>
                  <a:pt x="393149" y="0"/>
                </a:lnTo>
                <a:lnTo>
                  <a:pt x="393149" y="395385"/>
                </a:lnTo>
                <a:lnTo>
                  <a:pt x="0" y="395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142775" y="5817097"/>
            <a:ext cx="279606" cy="24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</a:pPr>
            <a:r>
              <a:rPr lang="en-US" sz="1332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04</a:t>
            </a:r>
          </a:p>
        </p:txBody>
      </p:sp>
      <p:sp>
        <p:nvSpPr>
          <p:cNvPr id="13" name="Freeform 13"/>
          <p:cNvSpPr/>
          <p:nvPr/>
        </p:nvSpPr>
        <p:spPr>
          <a:xfrm>
            <a:off x="4956827" y="6373738"/>
            <a:ext cx="393149" cy="395385"/>
          </a:xfrm>
          <a:custGeom>
            <a:avLst/>
            <a:gdLst/>
            <a:ahLst/>
            <a:cxnLst/>
            <a:rect l="l" t="t" r="r" b="b"/>
            <a:pathLst>
              <a:path w="393149" h="395385">
                <a:moveTo>
                  <a:pt x="0" y="0"/>
                </a:moveTo>
                <a:lnTo>
                  <a:pt x="393149" y="0"/>
                </a:lnTo>
                <a:lnTo>
                  <a:pt x="393149" y="395386"/>
                </a:lnTo>
                <a:lnTo>
                  <a:pt x="0" y="3953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013598" y="6425831"/>
            <a:ext cx="279606" cy="24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</a:pPr>
            <a:r>
              <a:rPr lang="en-US" sz="1332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05</a:t>
            </a:r>
          </a:p>
        </p:txBody>
      </p:sp>
      <p:sp>
        <p:nvSpPr>
          <p:cNvPr id="15" name="Freeform 15"/>
          <p:cNvSpPr/>
          <p:nvPr/>
        </p:nvSpPr>
        <p:spPr>
          <a:xfrm>
            <a:off x="8086004" y="6373738"/>
            <a:ext cx="393149" cy="395385"/>
          </a:xfrm>
          <a:custGeom>
            <a:avLst/>
            <a:gdLst/>
            <a:ahLst/>
            <a:cxnLst/>
            <a:rect l="l" t="t" r="r" b="b"/>
            <a:pathLst>
              <a:path w="393149" h="395385">
                <a:moveTo>
                  <a:pt x="0" y="0"/>
                </a:moveTo>
                <a:lnTo>
                  <a:pt x="393149" y="0"/>
                </a:lnTo>
                <a:lnTo>
                  <a:pt x="393149" y="395386"/>
                </a:lnTo>
                <a:lnTo>
                  <a:pt x="0" y="3953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142775" y="6425831"/>
            <a:ext cx="279606" cy="24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</a:pPr>
            <a:r>
              <a:rPr lang="en-US" sz="1332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25355" y="5175415"/>
            <a:ext cx="2123644" cy="28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470" spc="-14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시스템 개요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54532" y="5175415"/>
            <a:ext cx="2123644" cy="28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470" spc="-14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핵심 기능 소개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25355" y="5784141"/>
            <a:ext cx="2123644" cy="28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470" spc="-14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HMI 화면 구성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54532" y="5784141"/>
            <a:ext cx="2123644" cy="28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470" spc="-14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추가 기능 소개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25355" y="6392874"/>
            <a:ext cx="2123644" cy="28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470" spc="-14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트러블 슈팅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54532" y="6392874"/>
            <a:ext cx="2123644" cy="28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470" spc="-14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질의 응답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18606" y="3175260"/>
            <a:ext cx="3204794" cy="57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298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목차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695851" y="3284209"/>
            <a:ext cx="37505" cy="457171"/>
            <a:chOff x="0" y="0"/>
            <a:chExt cx="66675" cy="812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6675" cy="812800"/>
            </a:xfrm>
            <a:custGeom>
              <a:avLst/>
              <a:gdLst/>
              <a:ahLst/>
              <a:cxnLst/>
              <a:rect l="l" t="t" r="r" b="b"/>
              <a:pathLst>
                <a:path w="66675" h="812800">
                  <a:moveTo>
                    <a:pt x="0" y="0"/>
                  </a:moveTo>
                  <a:lnTo>
                    <a:pt x="66675" y="8128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3983" r="-1513983" b="6"/>
              </a:stretch>
            </a:blipFill>
            <a:ln w="476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957756" y="5653641"/>
            <a:ext cx="2555334" cy="7144"/>
            <a:chOff x="0" y="0"/>
            <a:chExt cx="4542815" cy="12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42790" cy="12700"/>
            </a:xfrm>
            <a:custGeom>
              <a:avLst/>
              <a:gdLst/>
              <a:ahLst/>
              <a:cxnLst/>
              <a:rect l="l" t="t" r="r" b="b"/>
              <a:pathLst>
                <a:path w="4542790" h="12700">
                  <a:moveTo>
                    <a:pt x="0" y="0"/>
                  </a:moveTo>
                  <a:lnTo>
                    <a:pt x="4542790" y="127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6919837" b="-6919837"/>
              </a:stretch>
            </a:blip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957756" y="6262596"/>
            <a:ext cx="2555334" cy="7144"/>
            <a:chOff x="0" y="0"/>
            <a:chExt cx="4542815" cy="12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42790" cy="12700"/>
            </a:xfrm>
            <a:custGeom>
              <a:avLst/>
              <a:gdLst/>
              <a:ahLst/>
              <a:cxnLst/>
              <a:rect l="l" t="t" r="r" b="b"/>
              <a:pathLst>
                <a:path w="4542790" h="12700">
                  <a:moveTo>
                    <a:pt x="0" y="0"/>
                  </a:moveTo>
                  <a:lnTo>
                    <a:pt x="4542790" y="127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6919837" b="-6919837"/>
              </a:stretch>
            </a:blip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957756" y="6875844"/>
            <a:ext cx="2555334" cy="7144"/>
            <a:chOff x="0" y="0"/>
            <a:chExt cx="4542815" cy="12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542790" cy="12700"/>
            </a:xfrm>
            <a:custGeom>
              <a:avLst/>
              <a:gdLst/>
              <a:ahLst/>
              <a:cxnLst/>
              <a:rect l="l" t="t" r="r" b="b"/>
              <a:pathLst>
                <a:path w="4542790" h="12700">
                  <a:moveTo>
                    <a:pt x="0" y="0"/>
                  </a:moveTo>
                  <a:lnTo>
                    <a:pt x="4542790" y="127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6919837" b="-6919837"/>
              </a:stretch>
            </a:blip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086933" y="5659220"/>
            <a:ext cx="2555334" cy="7144"/>
            <a:chOff x="0" y="0"/>
            <a:chExt cx="4542815" cy="127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42790" cy="12700"/>
            </a:xfrm>
            <a:custGeom>
              <a:avLst/>
              <a:gdLst/>
              <a:ahLst/>
              <a:cxnLst/>
              <a:rect l="l" t="t" r="r" b="b"/>
              <a:pathLst>
                <a:path w="4542790" h="12700">
                  <a:moveTo>
                    <a:pt x="0" y="0"/>
                  </a:moveTo>
                  <a:lnTo>
                    <a:pt x="4542790" y="127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6919837" b="-6919837"/>
              </a:stretch>
            </a:blip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086933" y="6267954"/>
            <a:ext cx="2555334" cy="7144"/>
            <a:chOff x="0" y="0"/>
            <a:chExt cx="4542815" cy="12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542790" cy="12700"/>
            </a:xfrm>
            <a:custGeom>
              <a:avLst/>
              <a:gdLst/>
              <a:ahLst/>
              <a:cxnLst/>
              <a:rect l="l" t="t" r="r" b="b"/>
              <a:pathLst>
                <a:path w="4542790" h="12700">
                  <a:moveTo>
                    <a:pt x="0" y="0"/>
                  </a:moveTo>
                  <a:lnTo>
                    <a:pt x="4542790" y="127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6919837" b="-6919837"/>
              </a:stretch>
            </a:blip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8086933" y="6878916"/>
            <a:ext cx="2555334" cy="7144"/>
            <a:chOff x="0" y="0"/>
            <a:chExt cx="4542815" cy="12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542790" cy="12700"/>
            </a:xfrm>
            <a:custGeom>
              <a:avLst/>
              <a:gdLst/>
              <a:ahLst/>
              <a:cxnLst/>
              <a:rect l="l" t="t" r="r" b="b"/>
              <a:pathLst>
                <a:path w="4542790" h="12700">
                  <a:moveTo>
                    <a:pt x="0" y="0"/>
                  </a:moveTo>
                  <a:lnTo>
                    <a:pt x="4542790" y="127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6919837" b="-6919837"/>
              </a:stretch>
            </a:blip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4041141" y="3469932"/>
            <a:ext cx="3205858" cy="21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3"/>
              </a:lnSpc>
            </a:pPr>
            <a:r>
              <a:rPr lang="en-US" sz="1173" spc="135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Contents</a:t>
            </a:r>
          </a:p>
        </p:txBody>
      </p:sp>
      <p:sp>
        <p:nvSpPr>
          <p:cNvPr id="39" name="Freeform 4">
            <a:extLst>
              <a:ext uri="{FF2B5EF4-FFF2-40B4-BE49-F238E27FC236}">
                <a16:creationId xmlns:a16="http://schemas.microsoft.com/office/drawing/2014/main" id="{F2C8C3E0-02B5-4596-9D11-C53223F11EAB}"/>
              </a:ext>
            </a:extLst>
          </p:cNvPr>
          <p:cNvSpPr/>
          <p:nvPr/>
        </p:nvSpPr>
        <p:spPr>
          <a:xfrm>
            <a:off x="10553072" y="25127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6947" y="2722737"/>
            <a:ext cx="9507827" cy="5037667"/>
          </a:xfrm>
          <a:custGeom>
            <a:avLst/>
            <a:gdLst/>
            <a:ahLst/>
            <a:cxnLst/>
            <a:rect l="l" t="t" r="r" b="b"/>
            <a:pathLst>
              <a:path w="9507827" h="5037667">
                <a:moveTo>
                  <a:pt x="0" y="0"/>
                </a:moveTo>
                <a:lnTo>
                  <a:pt x="9507827" y="0"/>
                </a:lnTo>
                <a:lnTo>
                  <a:pt x="9507827" y="5037667"/>
                </a:lnTo>
                <a:lnTo>
                  <a:pt x="0" y="5037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61222" y="2637012"/>
            <a:ext cx="9507827" cy="5037667"/>
          </a:xfrm>
          <a:custGeom>
            <a:avLst/>
            <a:gdLst/>
            <a:ahLst/>
            <a:cxnLst/>
            <a:rect l="l" t="t" r="r" b="b"/>
            <a:pathLst>
              <a:path w="9507827" h="5037667">
                <a:moveTo>
                  <a:pt x="0" y="0"/>
                </a:moveTo>
                <a:lnTo>
                  <a:pt x="9507827" y="0"/>
                </a:lnTo>
                <a:lnTo>
                  <a:pt x="9507827" y="5037667"/>
                </a:lnTo>
                <a:lnTo>
                  <a:pt x="0" y="5037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11789" y="2553723"/>
            <a:ext cx="850214" cy="920644"/>
          </a:xfrm>
          <a:custGeom>
            <a:avLst/>
            <a:gdLst/>
            <a:ahLst/>
            <a:cxnLst/>
            <a:rect l="l" t="t" r="r" b="b"/>
            <a:pathLst>
              <a:path w="850214" h="920644">
                <a:moveTo>
                  <a:pt x="0" y="0"/>
                </a:moveTo>
                <a:lnTo>
                  <a:pt x="850214" y="0"/>
                </a:lnTo>
                <a:lnTo>
                  <a:pt x="850214" y="920644"/>
                </a:lnTo>
                <a:lnTo>
                  <a:pt x="0" y="920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634" r="-1463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18606" y="3161378"/>
            <a:ext cx="3204794" cy="57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298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개발 환경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95851" y="3270327"/>
            <a:ext cx="37505" cy="457172"/>
            <a:chOff x="0" y="0"/>
            <a:chExt cx="66675" cy="8127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675" cy="812800"/>
            </a:xfrm>
            <a:custGeom>
              <a:avLst/>
              <a:gdLst/>
              <a:ahLst/>
              <a:cxnLst/>
              <a:rect l="l" t="t" r="r" b="b"/>
              <a:pathLst>
                <a:path w="66675" h="812800">
                  <a:moveTo>
                    <a:pt x="0" y="0"/>
                  </a:moveTo>
                  <a:lnTo>
                    <a:pt x="66675" y="81280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3983" r="-1513983" b="6"/>
              </a:stretch>
            </a:blipFill>
            <a:ln w="47625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2807194" y="4156495"/>
            <a:ext cx="2599183" cy="2861294"/>
          </a:xfrm>
          <a:custGeom>
            <a:avLst/>
            <a:gdLst/>
            <a:ahLst/>
            <a:cxnLst/>
            <a:rect l="l" t="t" r="r" b="b"/>
            <a:pathLst>
              <a:path w="2599183" h="2861294">
                <a:moveTo>
                  <a:pt x="0" y="0"/>
                </a:moveTo>
                <a:lnTo>
                  <a:pt x="2599183" y="0"/>
                </a:lnTo>
                <a:lnTo>
                  <a:pt x="2599183" y="2861295"/>
                </a:lnTo>
                <a:lnTo>
                  <a:pt x="0" y="28612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22164" y="5223043"/>
            <a:ext cx="2147462" cy="530588"/>
          </a:xfrm>
          <a:custGeom>
            <a:avLst/>
            <a:gdLst/>
            <a:ahLst/>
            <a:cxnLst/>
            <a:rect l="l" t="t" r="r" b="b"/>
            <a:pathLst>
              <a:path w="2147462" h="530588">
                <a:moveTo>
                  <a:pt x="0" y="0"/>
                </a:moveTo>
                <a:lnTo>
                  <a:pt x="2147462" y="0"/>
                </a:lnTo>
                <a:lnTo>
                  <a:pt x="2147462" y="530588"/>
                </a:lnTo>
                <a:lnTo>
                  <a:pt x="0" y="53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558410" y="4156495"/>
            <a:ext cx="2599183" cy="2861294"/>
          </a:xfrm>
          <a:custGeom>
            <a:avLst/>
            <a:gdLst/>
            <a:ahLst/>
            <a:cxnLst/>
            <a:rect l="l" t="t" r="r" b="b"/>
            <a:pathLst>
              <a:path w="2599183" h="2861294">
                <a:moveTo>
                  <a:pt x="0" y="0"/>
                </a:moveTo>
                <a:lnTo>
                  <a:pt x="2599183" y="0"/>
                </a:lnTo>
                <a:lnTo>
                  <a:pt x="2599183" y="2861295"/>
                </a:lnTo>
                <a:lnTo>
                  <a:pt x="0" y="28612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784274" y="5223043"/>
            <a:ext cx="2147462" cy="530588"/>
          </a:xfrm>
          <a:custGeom>
            <a:avLst/>
            <a:gdLst/>
            <a:ahLst/>
            <a:cxnLst/>
            <a:rect l="l" t="t" r="r" b="b"/>
            <a:pathLst>
              <a:path w="2147462" h="530588">
                <a:moveTo>
                  <a:pt x="0" y="0"/>
                </a:moveTo>
                <a:lnTo>
                  <a:pt x="2147462" y="0"/>
                </a:lnTo>
                <a:lnTo>
                  <a:pt x="2147462" y="530588"/>
                </a:lnTo>
                <a:lnTo>
                  <a:pt x="0" y="53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357248" y="4156495"/>
            <a:ext cx="2599183" cy="2861294"/>
          </a:xfrm>
          <a:custGeom>
            <a:avLst/>
            <a:gdLst/>
            <a:ahLst/>
            <a:cxnLst/>
            <a:rect l="l" t="t" r="r" b="b"/>
            <a:pathLst>
              <a:path w="2599183" h="2861294">
                <a:moveTo>
                  <a:pt x="0" y="0"/>
                </a:moveTo>
                <a:lnTo>
                  <a:pt x="2599183" y="0"/>
                </a:lnTo>
                <a:lnTo>
                  <a:pt x="2599183" y="2861295"/>
                </a:lnTo>
                <a:lnTo>
                  <a:pt x="0" y="28612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478099" y="4746234"/>
            <a:ext cx="2357474" cy="2199083"/>
            <a:chOff x="0" y="0"/>
            <a:chExt cx="4191064" cy="39094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91127" cy="3909441"/>
            </a:xfrm>
            <a:custGeom>
              <a:avLst/>
              <a:gdLst/>
              <a:ahLst/>
              <a:cxnLst/>
              <a:rect l="l" t="t" r="r" b="b"/>
              <a:pathLst>
                <a:path w="4191127" h="3909441">
                  <a:moveTo>
                    <a:pt x="0" y="0"/>
                  </a:moveTo>
                  <a:lnTo>
                    <a:pt x="4191127" y="0"/>
                  </a:lnTo>
                  <a:lnTo>
                    <a:pt x="4191127" y="3909441"/>
                  </a:lnTo>
                  <a:lnTo>
                    <a:pt x="0" y="3909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21563" r="1" b="-2156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583112" y="4342390"/>
            <a:ext cx="2147462" cy="306474"/>
            <a:chOff x="0" y="0"/>
            <a:chExt cx="3817709" cy="5448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7747" cy="544830"/>
            </a:xfrm>
            <a:custGeom>
              <a:avLst/>
              <a:gdLst/>
              <a:ahLst/>
              <a:cxnLst/>
              <a:rect l="l" t="t" r="r" b="b"/>
              <a:pathLst>
                <a:path w="3817747" h="544830">
                  <a:moveTo>
                    <a:pt x="0" y="0"/>
                  </a:moveTo>
                  <a:lnTo>
                    <a:pt x="3817747" y="0"/>
                  </a:lnTo>
                  <a:lnTo>
                    <a:pt x="3817747" y="544830"/>
                  </a:lnTo>
                  <a:lnTo>
                    <a:pt x="0" y="544830"/>
                  </a:lnTo>
                  <a:close/>
                </a:path>
              </a:pathLst>
            </a:custGeom>
            <a:solidFill>
              <a:srgbClr val="FFBD59"/>
            </a:solid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593592" y="4289969"/>
            <a:ext cx="2126495" cy="348408"/>
            <a:chOff x="0" y="0"/>
            <a:chExt cx="3780434" cy="6193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80430" cy="619390"/>
            </a:xfrm>
            <a:custGeom>
              <a:avLst/>
              <a:gdLst/>
              <a:ahLst/>
              <a:cxnLst/>
              <a:rect l="l" t="t" r="r" b="b"/>
              <a:pathLst>
                <a:path w="3780430" h="619390">
                  <a:moveTo>
                    <a:pt x="0" y="0"/>
                  </a:moveTo>
                  <a:lnTo>
                    <a:pt x="3780430" y="0"/>
                  </a:lnTo>
                  <a:lnTo>
                    <a:pt x="3780430" y="619390"/>
                  </a:lnTo>
                  <a:lnTo>
                    <a:pt x="0" y="6193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68926" b="-6892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3780434" cy="6384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95"/>
                </a:lnSpc>
              </a:pPr>
              <a:r>
                <a:rPr lang="en-US" sz="1068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메모리 할당표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6459066" y="4352870"/>
            <a:ext cx="717611" cy="710439"/>
          </a:xfrm>
          <a:custGeom>
            <a:avLst/>
            <a:gdLst/>
            <a:ahLst/>
            <a:cxnLst/>
            <a:rect l="l" t="t" r="r" b="b"/>
            <a:pathLst>
              <a:path w="717611" h="710439">
                <a:moveTo>
                  <a:pt x="0" y="0"/>
                </a:moveTo>
                <a:lnTo>
                  <a:pt x="717611" y="0"/>
                </a:lnTo>
                <a:lnTo>
                  <a:pt x="717611" y="710439"/>
                </a:lnTo>
                <a:lnTo>
                  <a:pt x="0" y="7104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5" b="-4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771293" y="4372594"/>
            <a:ext cx="670991" cy="670991"/>
          </a:xfrm>
          <a:custGeom>
            <a:avLst/>
            <a:gdLst/>
            <a:ahLst/>
            <a:cxnLst/>
            <a:rect l="l" t="t" r="r" b="b"/>
            <a:pathLst>
              <a:path w="670991" h="670991">
                <a:moveTo>
                  <a:pt x="0" y="0"/>
                </a:moveTo>
                <a:lnTo>
                  <a:pt x="670992" y="0"/>
                </a:lnTo>
                <a:lnTo>
                  <a:pt x="670992" y="670991"/>
                </a:lnTo>
                <a:lnTo>
                  <a:pt x="0" y="67099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879568" y="3456050"/>
            <a:ext cx="3205859" cy="21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3"/>
              </a:lnSpc>
            </a:pPr>
            <a:r>
              <a:rPr lang="en-US" sz="1173" spc="135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Development Environment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16647" y="5771960"/>
            <a:ext cx="1980284" cy="127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CPU : Q3UDV</a:t>
            </a:r>
          </a:p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입.출력 모듈 : QX40, QY10</a:t>
            </a:r>
          </a:p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위치 결정 모듈 : QD77MS2</a:t>
            </a:r>
          </a:p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서보 앰프 : MR-J4-10B</a:t>
            </a:r>
          </a:p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네트워크 : Ethernet 통신</a:t>
            </a:r>
          </a:p>
          <a:p>
            <a:pPr marL="248512" lvl="2" indent="-82837" algn="l">
              <a:lnSpc>
                <a:spcPts val="1663"/>
              </a:lnSpc>
            </a:pPr>
            <a:endParaRPr lang="en-US" sz="1086" spc="-10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794754" y="5354531"/>
            <a:ext cx="212649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1350" spc="-13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소프트웨어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4754" y="6019376"/>
            <a:ext cx="2217564" cy="64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Language : Ladder Programing</a:t>
            </a:r>
          </a:p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IDE : GX Works2</a:t>
            </a:r>
          </a:p>
          <a:p>
            <a:pPr marL="248512" lvl="2" indent="-82837" algn="l">
              <a:lnSpc>
                <a:spcPts val="1663"/>
              </a:lnSpc>
              <a:buFont typeface="Arial"/>
              <a:buChar char="⚬"/>
            </a:pPr>
            <a:r>
              <a:rPr lang="en-US" sz="1086" spc="-1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HMI : GT Designer3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30979" y="5355210"/>
            <a:ext cx="212649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1350" spc="-13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하드웨어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4442" y="2299130"/>
            <a:ext cx="11164867" cy="5915640"/>
          </a:xfrm>
          <a:custGeom>
            <a:avLst/>
            <a:gdLst/>
            <a:ahLst/>
            <a:cxnLst/>
            <a:rect l="l" t="t" r="r" b="b"/>
            <a:pathLst>
              <a:path w="11164867" h="5915640">
                <a:moveTo>
                  <a:pt x="0" y="0"/>
                </a:moveTo>
                <a:lnTo>
                  <a:pt x="11164868" y="0"/>
                </a:lnTo>
                <a:lnTo>
                  <a:pt x="11164868" y="5915640"/>
                </a:lnTo>
                <a:lnTo>
                  <a:pt x="0" y="591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3782" y="2198469"/>
            <a:ext cx="11164867" cy="5915640"/>
          </a:xfrm>
          <a:custGeom>
            <a:avLst/>
            <a:gdLst/>
            <a:ahLst/>
            <a:cxnLst/>
            <a:rect l="l" t="t" r="r" b="b"/>
            <a:pathLst>
              <a:path w="11164867" h="5915640">
                <a:moveTo>
                  <a:pt x="0" y="0"/>
                </a:moveTo>
                <a:lnTo>
                  <a:pt x="11164867" y="0"/>
                </a:lnTo>
                <a:lnTo>
                  <a:pt x="11164867" y="5915640"/>
                </a:lnTo>
                <a:lnTo>
                  <a:pt x="0" y="5915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93975" y="2103243"/>
            <a:ext cx="998390" cy="1081097"/>
          </a:xfrm>
          <a:custGeom>
            <a:avLst/>
            <a:gdLst/>
            <a:ahLst/>
            <a:cxnLst/>
            <a:rect l="l" t="t" r="r" b="b"/>
            <a:pathLst>
              <a:path w="998390" h="1081097">
                <a:moveTo>
                  <a:pt x="0" y="0"/>
                </a:moveTo>
                <a:lnTo>
                  <a:pt x="998391" y="0"/>
                </a:lnTo>
                <a:lnTo>
                  <a:pt x="998391" y="1081097"/>
                </a:lnTo>
                <a:lnTo>
                  <a:pt x="0" y="1081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385" r="-1438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48014" y="2811443"/>
            <a:ext cx="3763330" cy="67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1"/>
              </a:lnSpc>
            </a:pPr>
            <a:r>
              <a:rPr lang="en-US" sz="350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시스템 개요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69012" y="2942159"/>
            <a:ext cx="44039" cy="536843"/>
            <a:chOff x="0" y="0"/>
            <a:chExt cx="76225" cy="9292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200" cy="929259"/>
            </a:xfrm>
            <a:custGeom>
              <a:avLst/>
              <a:gdLst/>
              <a:ahLst/>
              <a:cxnLst/>
              <a:rect l="l" t="t" r="r" b="b"/>
              <a:pathLst>
                <a:path w="76200" h="929259">
                  <a:moveTo>
                    <a:pt x="0" y="0"/>
                  </a:moveTo>
                  <a:lnTo>
                    <a:pt x="76200" y="929259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4559" r="-1514593" b="5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2068932" y="3897288"/>
            <a:ext cx="5191783" cy="3260019"/>
          </a:xfrm>
          <a:custGeom>
            <a:avLst/>
            <a:gdLst/>
            <a:ahLst/>
            <a:cxnLst/>
            <a:rect l="l" t="t" r="r" b="b"/>
            <a:pathLst>
              <a:path w="5191783" h="3260019">
                <a:moveTo>
                  <a:pt x="0" y="0"/>
                </a:moveTo>
                <a:lnTo>
                  <a:pt x="5191783" y="0"/>
                </a:lnTo>
                <a:lnTo>
                  <a:pt x="5191783" y="3260019"/>
                </a:lnTo>
                <a:lnTo>
                  <a:pt x="0" y="3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21659" y="4335026"/>
            <a:ext cx="4286335" cy="629579"/>
          </a:xfrm>
          <a:custGeom>
            <a:avLst/>
            <a:gdLst/>
            <a:ahLst/>
            <a:cxnLst/>
            <a:rect l="l" t="t" r="r" b="b"/>
            <a:pathLst>
              <a:path w="4286335" h="629579">
                <a:moveTo>
                  <a:pt x="0" y="0"/>
                </a:moveTo>
                <a:lnTo>
                  <a:pt x="4286335" y="0"/>
                </a:lnTo>
                <a:lnTo>
                  <a:pt x="4286335" y="629579"/>
                </a:lnTo>
                <a:lnTo>
                  <a:pt x="0" y="629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437398" y="3971532"/>
            <a:ext cx="4712311" cy="2937984"/>
            <a:chOff x="0" y="0"/>
            <a:chExt cx="8156423" cy="50852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56448" cy="5085334"/>
            </a:xfrm>
            <a:custGeom>
              <a:avLst/>
              <a:gdLst/>
              <a:ahLst/>
              <a:cxnLst/>
              <a:rect l="l" t="t" r="r" b="b"/>
              <a:pathLst>
                <a:path w="8156448" h="5085334">
                  <a:moveTo>
                    <a:pt x="0" y="0"/>
                  </a:moveTo>
                  <a:lnTo>
                    <a:pt x="8156448" y="0"/>
                  </a:lnTo>
                  <a:lnTo>
                    <a:pt x="8156448" y="5085334"/>
                  </a:lnTo>
                  <a:lnTo>
                    <a:pt x="0" y="5085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30196" b="-3019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974257" y="3152656"/>
            <a:ext cx="3764578" cy="2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378" spc="157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System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33605" y="4491424"/>
            <a:ext cx="4262445" cy="30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584" spc="-15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소재별 위치 추적기반 자동 적재 출고 시스템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21278" y="5187917"/>
            <a:ext cx="4262445" cy="141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2153" lvl="2" indent="-110718" algn="l">
              <a:lnSpc>
                <a:spcPts val="2223"/>
              </a:lnSpc>
              <a:buFont typeface="Arial"/>
              <a:buChar char="⚬"/>
            </a:pP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소재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공급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및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가공</a:t>
            </a:r>
            <a:endParaRPr lang="en-US" sz="1452" spc="-13" dirty="0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32153" lvl="2" indent="-110718" algn="l">
              <a:lnSpc>
                <a:spcPts val="2223"/>
              </a:lnSpc>
              <a:buFont typeface="Arial"/>
              <a:buChar char="⚬"/>
            </a:pP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금속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/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비금속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판별</a:t>
            </a:r>
            <a:endParaRPr lang="en-US" sz="1452" spc="-13" dirty="0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32153" lvl="2" indent="-110718" algn="l">
              <a:lnSpc>
                <a:spcPts val="2223"/>
              </a:lnSpc>
              <a:buFont typeface="Arial"/>
              <a:buChar char="⚬"/>
            </a:pP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1층부터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소재구분없이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순서대로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적재</a:t>
            </a:r>
            <a:endParaRPr lang="en-US" sz="1452" spc="-13" dirty="0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32153" lvl="2" indent="-110718" algn="l">
              <a:lnSpc>
                <a:spcPts val="2223"/>
              </a:lnSpc>
              <a:buFont typeface="Arial"/>
              <a:buChar char="⚬"/>
            </a:pPr>
            <a:r>
              <a:rPr lang="ko-KR" alt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저장 된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위치값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기억</a:t>
            </a:r>
            <a:endParaRPr lang="en-US" sz="1452" spc="-13" dirty="0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32153" lvl="2" indent="-110718" algn="l">
              <a:lnSpc>
                <a:spcPts val="2223"/>
              </a:lnSpc>
              <a:buFont typeface="Arial"/>
              <a:buChar char="⚬"/>
            </a:pP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금속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3개 OR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비금속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3개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모이면</a:t>
            </a:r>
            <a:r>
              <a:rPr lang="en-US" sz="1452" spc="-13" dirty="0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452" spc="-13" dirty="0" err="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배출</a:t>
            </a:r>
            <a:endParaRPr lang="en-US" sz="1452" spc="-13" dirty="0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9165" y="2061024"/>
            <a:ext cx="11379349" cy="6029282"/>
          </a:xfrm>
          <a:custGeom>
            <a:avLst/>
            <a:gdLst/>
            <a:ahLst/>
            <a:cxnLst/>
            <a:rect l="l" t="t" r="r" b="b"/>
            <a:pathLst>
              <a:path w="11379349" h="6029282">
                <a:moveTo>
                  <a:pt x="0" y="0"/>
                </a:moveTo>
                <a:lnTo>
                  <a:pt x="11379349" y="0"/>
                </a:lnTo>
                <a:lnTo>
                  <a:pt x="11379349" y="6029282"/>
                </a:lnTo>
                <a:lnTo>
                  <a:pt x="0" y="6029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6567" y="1958426"/>
            <a:ext cx="11379349" cy="6029282"/>
          </a:xfrm>
          <a:custGeom>
            <a:avLst/>
            <a:gdLst/>
            <a:ahLst/>
            <a:cxnLst/>
            <a:rect l="l" t="t" r="r" b="b"/>
            <a:pathLst>
              <a:path w="11379349" h="6029282">
                <a:moveTo>
                  <a:pt x="0" y="0"/>
                </a:moveTo>
                <a:lnTo>
                  <a:pt x="11379349" y="0"/>
                </a:lnTo>
                <a:lnTo>
                  <a:pt x="11379349" y="6029282"/>
                </a:lnTo>
                <a:lnTo>
                  <a:pt x="0" y="6029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64014" y="2596379"/>
            <a:ext cx="3835621" cy="123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 dirty="0" err="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플로우</a:t>
            </a:r>
            <a:r>
              <a:rPr lang="en-US" sz="3568" dirty="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3568" dirty="0" err="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차트</a:t>
            </a:r>
            <a:endParaRPr lang="en-US" sz="3568" dirty="0">
              <a:solidFill>
                <a:srgbClr val="34332C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  <a:p>
            <a:pPr algn="l">
              <a:lnSpc>
                <a:spcPts val="4995"/>
              </a:lnSpc>
            </a:pPr>
            <a:r>
              <a:rPr lang="ko-KR" altLang="en-US" sz="3568" dirty="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기본동작</a:t>
            </a:r>
            <a:endParaRPr lang="en-US" sz="3568" dirty="0">
              <a:solidFill>
                <a:srgbClr val="34332C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077732" y="2733133"/>
            <a:ext cx="44888" cy="547160"/>
            <a:chOff x="0" y="0"/>
            <a:chExt cx="77178" cy="9407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216" cy="940816"/>
            </a:xfrm>
            <a:custGeom>
              <a:avLst/>
              <a:gdLst/>
              <a:ahLst/>
              <a:cxnLst/>
              <a:rect l="l" t="t" r="r" b="b"/>
              <a:pathLst>
                <a:path w="77216" h="940816">
                  <a:moveTo>
                    <a:pt x="0" y="0"/>
                  </a:moveTo>
                  <a:lnTo>
                    <a:pt x="77216" y="940816"/>
                  </a:lnTo>
                </a:path>
              </a:pathLst>
            </a:custGeom>
            <a:blipFill>
              <a:blip r:embed="rId6">
                <a:alphaModFix amt="0"/>
              </a:blip>
              <a:stretch>
                <a:fillRect l="-1513218" r="-1513168" b="5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134959" y="3024887"/>
            <a:ext cx="3836899" cy="266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405" spc="161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Flow Chat </a:t>
            </a: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DA6E67ED-8569-4779-B55A-4E8C6133D3D8}"/>
              </a:ext>
            </a:extLst>
          </p:cNvPr>
          <p:cNvSpPr/>
          <p:nvPr/>
        </p:nvSpPr>
        <p:spPr>
          <a:xfrm>
            <a:off x="10651029" y="1843551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4115" r="-14114"/>
            </a:stretch>
          </a:blipFill>
        </p:spPr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C0C5EF-2519-4F71-B7BB-E871D8073E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230" y="2456290"/>
            <a:ext cx="5143500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9340" y="2055971"/>
            <a:ext cx="11398754" cy="6039564"/>
          </a:xfrm>
          <a:custGeom>
            <a:avLst/>
            <a:gdLst/>
            <a:ahLst/>
            <a:cxnLst/>
            <a:rect l="l" t="t" r="r" b="b"/>
            <a:pathLst>
              <a:path w="11398754" h="6039564">
                <a:moveTo>
                  <a:pt x="0" y="0"/>
                </a:moveTo>
                <a:lnTo>
                  <a:pt x="11398754" y="0"/>
                </a:lnTo>
                <a:lnTo>
                  <a:pt x="11398754" y="6039563"/>
                </a:lnTo>
                <a:lnTo>
                  <a:pt x="0" y="6039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6567" y="1953198"/>
            <a:ext cx="11398754" cy="6039564"/>
          </a:xfrm>
          <a:custGeom>
            <a:avLst/>
            <a:gdLst/>
            <a:ahLst/>
            <a:cxnLst/>
            <a:rect l="l" t="t" r="r" b="b"/>
            <a:pathLst>
              <a:path w="11398754" h="6039564">
                <a:moveTo>
                  <a:pt x="0" y="0"/>
                </a:moveTo>
                <a:lnTo>
                  <a:pt x="11398754" y="0"/>
                </a:lnTo>
                <a:lnTo>
                  <a:pt x="11398754" y="6039563"/>
                </a:lnTo>
                <a:lnTo>
                  <a:pt x="0" y="60395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66329" y="2582843"/>
            <a:ext cx="3842161" cy="123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dirty="0" err="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플로우</a:t>
            </a:r>
            <a:r>
              <a:rPr lang="en-US" sz="3574" dirty="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3574" dirty="0" err="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차트</a:t>
            </a:r>
            <a:endParaRPr lang="en-US" sz="3574" dirty="0">
              <a:solidFill>
                <a:srgbClr val="34332C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  <a:p>
            <a:pPr algn="l">
              <a:lnSpc>
                <a:spcPts val="5004"/>
              </a:lnSpc>
            </a:pPr>
            <a:r>
              <a:rPr lang="ko-KR" altLang="en-US" sz="3574" dirty="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적재 시퀀스</a:t>
            </a:r>
            <a:endParaRPr lang="en-US" sz="3574" dirty="0">
              <a:solidFill>
                <a:srgbClr val="34332C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079388" y="2729226"/>
            <a:ext cx="44964" cy="548093"/>
            <a:chOff x="0" y="0"/>
            <a:chExt cx="77178" cy="9407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216" cy="940816"/>
            </a:xfrm>
            <a:custGeom>
              <a:avLst/>
              <a:gdLst/>
              <a:ahLst/>
              <a:cxnLst/>
              <a:rect l="l" t="t" r="r" b="b"/>
              <a:pathLst>
                <a:path w="77216" h="940816">
                  <a:moveTo>
                    <a:pt x="0" y="0"/>
                  </a:moveTo>
                  <a:lnTo>
                    <a:pt x="77216" y="940816"/>
                  </a:lnTo>
                </a:path>
              </a:pathLst>
            </a:custGeom>
            <a:blipFill>
              <a:blip r:embed="rId6">
                <a:alphaModFix amt="0"/>
              </a:blip>
              <a:stretch>
                <a:fillRect l="-1513218" r="-1513168" b="5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275969" y="3183861"/>
            <a:ext cx="6106510" cy="4260356"/>
            <a:chOff x="0" y="0"/>
            <a:chExt cx="10481424" cy="7312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81437" cy="7312660"/>
            </a:xfrm>
            <a:custGeom>
              <a:avLst/>
              <a:gdLst/>
              <a:ahLst/>
              <a:cxnLst/>
              <a:rect l="l" t="t" r="r" b="b"/>
              <a:pathLst>
                <a:path w="10481437" h="7312660">
                  <a:moveTo>
                    <a:pt x="0" y="0"/>
                  </a:moveTo>
                  <a:lnTo>
                    <a:pt x="10481437" y="0"/>
                  </a:lnTo>
                  <a:lnTo>
                    <a:pt x="10481437" y="7312660"/>
                  </a:lnTo>
                  <a:lnTo>
                    <a:pt x="0" y="7312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141829" y="3021526"/>
            <a:ext cx="3843441" cy="26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0"/>
              </a:lnSpc>
            </a:pPr>
            <a:r>
              <a:rPr lang="en-US" sz="1407" spc="161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Flow Chat</a:t>
            </a: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2942737-4519-4855-8C21-D663AA997431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4897" y="2357507"/>
            <a:ext cx="11005433" cy="5831165"/>
          </a:xfrm>
          <a:custGeom>
            <a:avLst/>
            <a:gdLst/>
            <a:ahLst/>
            <a:cxnLst/>
            <a:rect l="l" t="t" r="r" b="b"/>
            <a:pathLst>
              <a:path w="11005433" h="5831165">
                <a:moveTo>
                  <a:pt x="0" y="0"/>
                </a:moveTo>
                <a:lnTo>
                  <a:pt x="11005433" y="0"/>
                </a:lnTo>
                <a:lnTo>
                  <a:pt x="11005433" y="5831164"/>
                </a:lnTo>
                <a:lnTo>
                  <a:pt x="0" y="5831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5670" y="2258273"/>
            <a:ext cx="11005433" cy="5831165"/>
          </a:xfrm>
          <a:custGeom>
            <a:avLst/>
            <a:gdLst/>
            <a:ahLst/>
            <a:cxnLst/>
            <a:rect l="l" t="t" r="r" b="b"/>
            <a:pathLst>
              <a:path w="11005433" h="5831165">
                <a:moveTo>
                  <a:pt x="0" y="0"/>
                </a:moveTo>
                <a:lnTo>
                  <a:pt x="11005433" y="0"/>
                </a:lnTo>
                <a:lnTo>
                  <a:pt x="11005433" y="5831164"/>
                </a:lnTo>
                <a:lnTo>
                  <a:pt x="0" y="5831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045820" y="2858198"/>
            <a:ext cx="43413" cy="529180"/>
            <a:chOff x="0" y="0"/>
            <a:chExt cx="77178" cy="940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216" cy="940816"/>
            </a:xfrm>
            <a:custGeom>
              <a:avLst/>
              <a:gdLst/>
              <a:ahLst/>
              <a:cxnLst/>
              <a:rect l="l" t="t" r="r" b="b"/>
              <a:pathLst>
                <a:path w="77216" h="940816">
                  <a:moveTo>
                    <a:pt x="0" y="0"/>
                  </a:moveTo>
                  <a:lnTo>
                    <a:pt x="77216" y="940816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3218" r="-1513168" b="5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pic>
        <p:nvPicPr>
          <p:cNvPr id="7" name="Picture 7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/>
                </p14:media>
              </p:ext>
            </p:extLst>
          </p:nvPr>
        </p:nvPicPr>
        <p:blipFill>
          <a:blip r:embed="rId9"/>
          <a:srcRect/>
          <a:stretch>
            <a:fillRect/>
          </a:stretch>
        </p:blipFill>
        <p:spPr>
          <a:xfrm>
            <a:off x="3029396" y="3567198"/>
            <a:ext cx="7075205" cy="3979803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419410" y="2723433"/>
            <a:ext cx="3709585" cy="67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345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시스템 동작 영상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77211" y="3129901"/>
            <a:ext cx="3710821" cy="267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9" spc="156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System Operation Video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FDACFA06-53FA-4A95-91B3-25DAD74F1258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 mute="1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5926" y="2419335"/>
            <a:ext cx="10761174" cy="5701741"/>
          </a:xfrm>
          <a:custGeom>
            <a:avLst/>
            <a:gdLst/>
            <a:ahLst/>
            <a:cxnLst/>
            <a:rect l="l" t="t" r="r" b="b"/>
            <a:pathLst>
              <a:path w="10761174" h="5701741">
                <a:moveTo>
                  <a:pt x="0" y="0"/>
                </a:moveTo>
                <a:lnTo>
                  <a:pt x="10761174" y="0"/>
                </a:lnTo>
                <a:lnTo>
                  <a:pt x="10761174" y="5701741"/>
                </a:lnTo>
                <a:lnTo>
                  <a:pt x="0" y="5701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8900" y="2322315"/>
            <a:ext cx="10761174" cy="5701741"/>
          </a:xfrm>
          <a:custGeom>
            <a:avLst/>
            <a:gdLst/>
            <a:ahLst/>
            <a:cxnLst/>
            <a:rect l="l" t="t" r="r" b="b"/>
            <a:pathLst>
              <a:path w="10761174" h="5701741">
                <a:moveTo>
                  <a:pt x="0" y="0"/>
                </a:moveTo>
                <a:lnTo>
                  <a:pt x="10761174" y="0"/>
                </a:lnTo>
                <a:lnTo>
                  <a:pt x="10761174" y="5701741"/>
                </a:lnTo>
                <a:lnTo>
                  <a:pt x="0" y="5701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65228" y="4398949"/>
            <a:ext cx="6185545" cy="127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32"/>
              </a:lnSpc>
            </a:pPr>
            <a:r>
              <a:rPr lang="en-US" sz="6380" spc="-63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핵심 기술 소개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2BA6ED87-0D8F-454A-A21F-831B6D6552FD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2510" y="2272382"/>
            <a:ext cx="11361428" cy="6019784"/>
          </a:xfrm>
          <a:custGeom>
            <a:avLst/>
            <a:gdLst/>
            <a:ahLst/>
            <a:cxnLst/>
            <a:rect l="l" t="t" r="r" b="b"/>
            <a:pathLst>
              <a:path w="11361428" h="6019784">
                <a:moveTo>
                  <a:pt x="0" y="0"/>
                </a:moveTo>
                <a:lnTo>
                  <a:pt x="11361427" y="0"/>
                </a:lnTo>
                <a:lnTo>
                  <a:pt x="11361427" y="6019784"/>
                </a:lnTo>
                <a:lnTo>
                  <a:pt x="0" y="601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0073" y="2169945"/>
            <a:ext cx="11361428" cy="6019784"/>
          </a:xfrm>
          <a:custGeom>
            <a:avLst/>
            <a:gdLst/>
            <a:ahLst/>
            <a:cxnLst/>
            <a:rect l="l" t="t" r="r" b="b"/>
            <a:pathLst>
              <a:path w="11361428" h="6019784">
                <a:moveTo>
                  <a:pt x="0" y="0"/>
                </a:moveTo>
                <a:lnTo>
                  <a:pt x="11361428" y="0"/>
                </a:lnTo>
                <a:lnTo>
                  <a:pt x="11361428" y="6019784"/>
                </a:lnTo>
                <a:lnTo>
                  <a:pt x="0" y="6019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586579" y="3625357"/>
            <a:ext cx="3956647" cy="4014214"/>
            <a:chOff x="0" y="0"/>
            <a:chExt cx="6897497" cy="69978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97497" cy="6997827"/>
            </a:xfrm>
            <a:custGeom>
              <a:avLst/>
              <a:gdLst/>
              <a:ahLst/>
              <a:cxnLst/>
              <a:rect l="l" t="t" r="r" b="b"/>
              <a:pathLst>
                <a:path w="6897497" h="6997827">
                  <a:moveTo>
                    <a:pt x="0" y="0"/>
                  </a:moveTo>
                  <a:lnTo>
                    <a:pt x="6897497" y="0"/>
                  </a:lnTo>
                  <a:lnTo>
                    <a:pt x="6897497" y="6997827"/>
                  </a:lnTo>
                  <a:lnTo>
                    <a:pt x="0" y="699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27" r="-727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>
            <a:off x="6783006" y="4010338"/>
            <a:ext cx="4627800" cy="1403283"/>
          </a:xfrm>
          <a:custGeom>
            <a:avLst/>
            <a:gdLst/>
            <a:ahLst/>
            <a:cxnLst/>
            <a:rect l="l" t="t" r="r" b="b"/>
            <a:pathLst>
              <a:path w="4627800" h="1403283">
                <a:moveTo>
                  <a:pt x="0" y="0"/>
                </a:moveTo>
                <a:lnTo>
                  <a:pt x="4627800" y="0"/>
                </a:lnTo>
                <a:lnTo>
                  <a:pt x="4627800" y="1403284"/>
                </a:lnTo>
                <a:lnTo>
                  <a:pt x="0" y="14032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783006" y="5428768"/>
            <a:ext cx="4627800" cy="1403283"/>
          </a:xfrm>
          <a:custGeom>
            <a:avLst/>
            <a:gdLst/>
            <a:ahLst/>
            <a:cxnLst/>
            <a:rect l="l" t="t" r="r" b="b"/>
            <a:pathLst>
              <a:path w="4627800" h="1403283">
                <a:moveTo>
                  <a:pt x="0" y="0"/>
                </a:moveTo>
                <a:lnTo>
                  <a:pt x="4627800" y="0"/>
                </a:lnTo>
                <a:lnTo>
                  <a:pt x="4627800" y="1403283"/>
                </a:lnTo>
                <a:lnTo>
                  <a:pt x="0" y="14032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077866" y="4666045"/>
            <a:ext cx="3886804" cy="48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2258" lvl="2" indent="-90753" algn="l">
              <a:lnSpc>
                <a:spcPts val="1821"/>
              </a:lnSpc>
              <a:buFont typeface="Arial"/>
              <a:buChar char="⚬"/>
            </a:pPr>
            <a:r>
              <a:rPr lang="en-US" sz="1190" spc="-1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위치 및 소재 판별 구분이 빠름</a:t>
            </a:r>
          </a:p>
          <a:p>
            <a:pPr marL="272258" lvl="2" indent="-90753" algn="l">
              <a:lnSpc>
                <a:spcPts val="1821"/>
              </a:lnSpc>
              <a:buFont typeface="Arial"/>
              <a:buChar char="⚬"/>
            </a:pPr>
            <a:r>
              <a:rPr lang="en-US" sz="1190" spc="-1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적은 메모리를 사용해서  다양한 정보를 저장</a:t>
            </a:r>
          </a:p>
        </p:txBody>
      </p:sp>
      <p:sp>
        <p:nvSpPr>
          <p:cNvPr id="14" name="Freeform 14"/>
          <p:cNvSpPr/>
          <p:nvPr/>
        </p:nvSpPr>
        <p:spPr>
          <a:xfrm>
            <a:off x="7077866" y="4289113"/>
            <a:ext cx="253764" cy="253764"/>
          </a:xfrm>
          <a:custGeom>
            <a:avLst/>
            <a:gdLst/>
            <a:ahLst/>
            <a:cxnLst/>
            <a:rect l="l" t="t" r="r" b="b"/>
            <a:pathLst>
              <a:path w="253764" h="253764">
                <a:moveTo>
                  <a:pt x="0" y="0"/>
                </a:moveTo>
                <a:lnTo>
                  <a:pt x="253764" y="0"/>
                </a:lnTo>
                <a:lnTo>
                  <a:pt x="253764" y="253764"/>
                </a:lnTo>
                <a:lnTo>
                  <a:pt x="0" y="2537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443807" y="4220451"/>
            <a:ext cx="1837399" cy="31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2"/>
              </a:lnSpc>
            </a:pPr>
            <a:r>
              <a:rPr lang="en-US" sz="1587" spc="-15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장점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77866" y="6091512"/>
            <a:ext cx="3886804" cy="48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2258" lvl="2" indent="-90753" algn="l">
              <a:lnSpc>
                <a:spcPts val="1821"/>
              </a:lnSpc>
              <a:buFont typeface="Arial"/>
              <a:buChar char="⚬"/>
            </a:pPr>
            <a:r>
              <a:rPr lang="en-US" sz="1190" spc="-1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확장성 부족</a:t>
            </a:r>
          </a:p>
          <a:p>
            <a:pPr marL="272258" lvl="2" indent="-90753" algn="l">
              <a:lnSpc>
                <a:spcPts val="1821"/>
              </a:lnSpc>
              <a:buFont typeface="Arial"/>
              <a:buChar char="⚬"/>
            </a:pPr>
            <a:r>
              <a:rPr lang="en-US" sz="1190" spc="-11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BIT번호가 헷갈림</a:t>
            </a:r>
          </a:p>
        </p:txBody>
      </p:sp>
      <p:sp>
        <p:nvSpPr>
          <p:cNvPr id="17" name="Freeform 17"/>
          <p:cNvSpPr/>
          <p:nvPr/>
        </p:nvSpPr>
        <p:spPr>
          <a:xfrm>
            <a:off x="7077866" y="5760381"/>
            <a:ext cx="253764" cy="253764"/>
          </a:xfrm>
          <a:custGeom>
            <a:avLst/>
            <a:gdLst/>
            <a:ahLst/>
            <a:cxnLst/>
            <a:rect l="l" t="t" r="r" b="b"/>
            <a:pathLst>
              <a:path w="253764" h="253764">
                <a:moveTo>
                  <a:pt x="0" y="0"/>
                </a:moveTo>
                <a:lnTo>
                  <a:pt x="253764" y="0"/>
                </a:lnTo>
                <a:lnTo>
                  <a:pt x="253764" y="253764"/>
                </a:lnTo>
                <a:lnTo>
                  <a:pt x="0" y="2537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443807" y="5691720"/>
            <a:ext cx="1837399" cy="31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2"/>
              </a:lnSpc>
            </a:pPr>
            <a:r>
              <a:rPr lang="en-US" sz="1587" spc="-15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단점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036839F6-2E6E-4DF2-B36B-8526220B3121}"/>
              </a:ext>
            </a:extLst>
          </p:cNvPr>
          <p:cNvSpPr txBox="1"/>
          <p:nvPr/>
        </p:nvSpPr>
        <p:spPr>
          <a:xfrm>
            <a:off x="2404129" y="2851697"/>
            <a:ext cx="5734074" cy="67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1"/>
              </a:lnSpc>
            </a:pPr>
            <a:r>
              <a:rPr lang="en-US" sz="3493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비트 단위 소재 및 위치 저장</a:t>
            </a:r>
          </a:p>
        </p:txBody>
      </p:sp>
      <p:grpSp>
        <p:nvGrpSpPr>
          <p:cNvPr id="20" name="Group 6">
            <a:extLst>
              <a:ext uri="{FF2B5EF4-FFF2-40B4-BE49-F238E27FC236}">
                <a16:creationId xmlns:a16="http://schemas.microsoft.com/office/drawing/2014/main" id="{945A9C3D-5801-4B0B-BA8E-D2A901567DC7}"/>
              </a:ext>
            </a:extLst>
          </p:cNvPr>
          <p:cNvGrpSpPr/>
          <p:nvPr/>
        </p:nvGrpSpPr>
        <p:grpSpPr>
          <a:xfrm>
            <a:off x="1991563" y="2944618"/>
            <a:ext cx="43948" cy="535688"/>
            <a:chOff x="0" y="0"/>
            <a:chExt cx="78130" cy="952335"/>
          </a:xfrm>
        </p:grpSpPr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616CA983-9657-4F46-A62B-28EBD5615ED6}"/>
                </a:ext>
              </a:extLst>
            </p:cNvPr>
            <p:cNvSpPr/>
            <p:nvPr/>
          </p:nvSpPr>
          <p:spPr>
            <a:xfrm>
              <a:off x="0" y="0"/>
              <a:ext cx="78105" cy="952373"/>
            </a:xfrm>
            <a:custGeom>
              <a:avLst/>
              <a:gdLst/>
              <a:ahLst/>
              <a:cxnLst/>
              <a:rect l="l" t="t" r="r" b="b"/>
              <a:pathLst>
                <a:path w="78105" h="952373">
                  <a:moveTo>
                    <a:pt x="0" y="0"/>
                  </a:moveTo>
                  <a:lnTo>
                    <a:pt x="78105" y="952373"/>
                  </a:lnTo>
                </a:path>
              </a:pathLst>
            </a:custGeom>
            <a:blipFill>
              <a:blip r:embed="rId13">
                <a:alphaModFix amt="0"/>
              </a:blip>
              <a:stretch>
                <a:fillRect l="-1514390" r="-1514422" b="3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22" name="TextBox 12">
            <a:extLst>
              <a:ext uri="{FF2B5EF4-FFF2-40B4-BE49-F238E27FC236}">
                <a16:creationId xmlns:a16="http://schemas.microsoft.com/office/drawing/2014/main" id="{E544498B-EC54-46B7-BB23-EA0FB75D9FD5}"/>
              </a:ext>
            </a:extLst>
          </p:cNvPr>
          <p:cNvSpPr txBox="1"/>
          <p:nvPr/>
        </p:nvSpPr>
        <p:spPr>
          <a:xfrm>
            <a:off x="8399011" y="3086954"/>
            <a:ext cx="3756498" cy="25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375" spc="157" dirty="0" err="1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BitData</a:t>
            </a:r>
            <a:r>
              <a:rPr lang="en-US" sz="1375" spc="157" dirty="0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 Save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781" y="2302974"/>
            <a:ext cx="11140885" cy="5902931"/>
          </a:xfrm>
          <a:custGeom>
            <a:avLst/>
            <a:gdLst/>
            <a:ahLst/>
            <a:cxnLst/>
            <a:rect l="l" t="t" r="r" b="b"/>
            <a:pathLst>
              <a:path w="11140885" h="5902931">
                <a:moveTo>
                  <a:pt x="0" y="0"/>
                </a:moveTo>
                <a:lnTo>
                  <a:pt x="11140886" y="0"/>
                </a:lnTo>
                <a:lnTo>
                  <a:pt x="11140886" y="5902930"/>
                </a:lnTo>
                <a:lnTo>
                  <a:pt x="0" y="5902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7333" y="2202525"/>
            <a:ext cx="11140885" cy="5902931"/>
          </a:xfrm>
          <a:custGeom>
            <a:avLst/>
            <a:gdLst/>
            <a:ahLst/>
            <a:cxnLst/>
            <a:rect l="l" t="t" r="r" b="b"/>
            <a:pathLst>
              <a:path w="11140885" h="5902931">
                <a:moveTo>
                  <a:pt x="0" y="0"/>
                </a:moveTo>
                <a:lnTo>
                  <a:pt x="11140886" y="0"/>
                </a:lnTo>
                <a:lnTo>
                  <a:pt x="11140886" y="5902931"/>
                </a:lnTo>
                <a:lnTo>
                  <a:pt x="0" y="5902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14855" y="2104927"/>
            <a:ext cx="996253" cy="1078778"/>
          </a:xfrm>
          <a:custGeom>
            <a:avLst/>
            <a:gdLst/>
            <a:ahLst/>
            <a:cxnLst/>
            <a:rect l="l" t="t" r="r" b="b"/>
            <a:pathLst>
              <a:path w="996253" h="1078778">
                <a:moveTo>
                  <a:pt x="0" y="0"/>
                </a:moveTo>
                <a:lnTo>
                  <a:pt x="996253" y="0"/>
                </a:lnTo>
                <a:lnTo>
                  <a:pt x="996253" y="1078778"/>
                </a:lnTo>
                <a:lnTo>
                  <a:pt x="0" y="1078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04129" y="2851697"/>
            <a:ext cx="5734074" cy="67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1"/>
              </a:lnSpc>
            </a:pPr>
            <a:r>
              <a:rPr lang="en-US" sz="3493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비트 단위 소재 및 위치 저장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91563" y="2944618"/>
            <a:ext cx="43948" cy="535688"/>
            <a:chOff x="0" y="0"/>
            <a:chExt cx="78130" cy="952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105" cy="952373"/>
            </a:xfrm>
            <a:custGeom>
              <a:avLst/>
              <a:gdLst/>
              <a:ahLst/>
              <a:cxnLst/>
              <a:rect l="l" t="t" r="r" b="b"/>
              <a:pathLst>
                <a:path w="78105" h="952373">
                  <a:moveTo>
                    <a:pt x="0" y="0"/>
                  </a:moveTo>
                  <a:lnTo>
                    <a:pt x="78105" y="952373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4390" r="-1514422" b="3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282400" y="4414002"/>
            <a:ext cx="4317818" cy="2997239"/>
            <a:chOff x="0" y="0"/>
            <a:chExt cx="7676121" cy="53284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76134" cy="5328412"/>
            </a:xfrm>
            <a:custGeom>
              <a:avLst/>
              <a:gdLst/>
              <a:ahLst/>
              <a:cxnLst/>
              <a:rect l="l" t="t" r="r" b="b"/>
              <a:pathLst>
                <a:path w="7676134" h="5328412">
                  <a:moveTo>
                    <a:pt x="0" y="0"/>
                  </a:moveTo>
                  <a:lnTo>
                    <a:pt x="7676134" y="0"/>
                  </a:lnTo>
                  <a:lnTo>
                    <a:pt x="7676134" y="5328412"/>
                  </a:lnTo>
                  <a:lnTo>
                    <a:pt x="0" y="5328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47" r="-146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16948" y="4414002"/>
            <a:ext cx="3088250" cy="3314379"/>
            <a:chOff x="0" y="0"/>
            <a:chExt cx="5490223" cy="58922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90210" cy="5892165"/>
            </a:xfrm>
            <a:custGeom>
              <a:avLst/>
              <a:gdLst/>
              <a:ahLst/>
              <a:cxnLst/>
              <a:rect l="l" t="t" r="r" b="b"/>
              <a:pathLst>
                <a:path w="5490210" h="5892165">
                  <a:moveTo>
                    <a:pt x="0" y="0"/>
                  </a:moveTo>
                  <a:lnTo>
                    <a:pt x="5490210" y="0"/>
                  </a:lnTo>
                  <a:lnTo>
                    <a:pt x="5490210" y="5892165"/>
                  </a:lnTo>
                  <a:lnTo>
                    <a:pt x="0" y="5892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699" b="-2700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8399011" y="3086954"/>
            <a:ext cx="3756498" cy="25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375" spc="157" dirty="0" err="1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BitData</a:t>
            </a:r>
            <a:r>
              <a:rPr lang="en-US" sz="1375" spc="157" dirty="0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 Save</a:t>
            </a:r>
          </a:p>
        </p:txBody>
      </p:sp>
      <p:sp>
        <p:nvSpPr>
          <p:cNvPr id="13" name="Freeform 13"/>
          <p:cNvSpPr/>
          <p:nvPr/>
        </p:nvSpPr>
        <p:spPr>
          <a:xfrm>
            <a:off x="3367585" y="3743568"/>
            <a:ext cx="2147461" cy="530588"/>
          </a:xfrm>
          <a:custGeom>
            <a:avLst/>
            <a:gdLst/>
            <a:ahLst/>
            <a:cxnLst/>
            <a:rect l="l" t="t" r="r" b="b"/>
            <a:pathLst>
              <a:path w="2147461" h="530588">
                <a:moveTo>
                  <a:pt x="0" y="0"/>
                </a:moveTo>
                <a:lnTo>
                  <a:pt x="2147461" y="0"/>
                </a:lnTo>
                <a:lnTo>
                  <a:pt x="2147461" y="530588"/>
                </a:lnTo>
                <a:lnTo>
                  <a:pt x="0" y="53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378065" y="3875049"/>
            <a:ext cx="2126494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13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디바이스 메모리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87343" y="3743568"/>
            <a:ext cx="2147461" cy="530588"/>
          </a:xfrm>
          <a:custGeom>
            <a:avLst/>
            <a:gdLst/>
            <a:ahLst/>
            <a:cxnLst/>
            <a:rect l="l" t="t" r="r" b="b"/>
            <a:pathLst>
              <a:path w="2147461" h="530588">
                <a:moveTo>
                  <a:pt x="0" y="0"/>
                </a:moveTo>
                <a:lnTo>
                  <a:pt x="2147461" y="0"/>
                </a:lnTo>
                <a:lnTo>
                  <a:pt x="2147461" y="530588"/>
                </a:lnTo>
                <a:lnTo>
                  <a:pt x="0" y="53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97830" y="3875049"/>
            <a:ext cx="2126494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13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HMI 화면 적재상태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5926" y="2419335"/>
            <a:ext cx="10761174" cy="5701741"/>
          </a:xfrm>
          <a:custGeom>
            <a:avLst/>
            <a:gdLst/>
            <a:ahLst/>
            <a:cxnLst/>
            <a:rect l="l" t="t" r="r" b="b"/>
            <a:pathLst>
              <a:path w="10761174" h="5701741">
                <a:moveTo>
                  <a:pt x="0" y="0"/>
                </a:moveTo>
                <a:lnTo>
                  <a:pt x="10761174" y="0"/>
                </a:lnTo>
                <a:lnTo>
                  <a:pt x="10761174" y="5701741"/>
                </a:lnTo>
                <a:lnTo>
                  <a:pt x="0" y="5701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8900" y="2322315"/>
            <a:ext cx="10761174" cy="5701741"/>
          </a:xfrm>
          <a:custGeom>
            <a:avLst/>
            <a:gdLst/>
            <a:ahLst/>
            <a:cxnLst/>
            <a:rect l="l" t="t" r="r" b="b"/>
            <a:pathLst>
              <a:path w="10761174" h="5701741">
                <a:moveTo>
                  <a:pt x="0" y="0"/>
                </a:moveTo>
                <a:lnTo>
                  <a:pt x="10761174" y="0"/>
                </a:lnTo>
                <a:lnTo>
                  <a:pt x="10761174" y="5701741"/>
                </a:lnTo>
                <a:lnTo>
                  <a:pt x="0" y="5701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65228" y="4398949"/>
            <a:ext cx="6185545" cy="127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32"/>
              </a:lnSpc>
            </a:pPr>
            <a:r>
              <a:rPr lang="en-US" sz="6380" spc="-63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HMI 화면 구성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5284D506-2CBD-4C24-A7D2-3FDA2646E8E0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3093" y="2375447"/>
            <a:ext cx="10948533" cy="5777586"/>
          </a:xfrm>
          <a:custGeom>
            <a:avLst/>
            <a:gdLst/>
            <a:ahLst/>
            <a:cxnLst/>
            <a:rect l="l" t="t" r="r" b="b"/>
            <a:pathLst>
              <a:path w="10948533" h="5777586">
                <a:moveTo>
                  <a:pt x="0" y="0"/>
                </a:moveTo>
                <a:lnTo>
                  <a:pt x="10948533" y="0"/>
                </a:lnTo>
                <a:lnTo>
                  <a:pt x="10948533" y="5777586"/>
                </a:lnTo>
                <a:lnTo>
                  <a:pt x="0" y="5777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4374" y="2276727"/>
            <a:ext cx="10948533" cy="5777586"/>
          </a:xfrm>
          <a:custGeom>
            <a:avLst/>
            <a:gdLst/>
            <a:ahLst/>
            <a:cxnLst/>
            <a:rect l="l" t="t" r="r" b="b"/>
            <a:pathLst>
              <a:path w="10948533" h="5777586">
                <a:moveTo>
                  <a:pt x="0" y="0"/>
                </a:moveTo>
                <a:lnTo>
                  <a:pt x="10948533" y="0"/>
                </a:lnTo>
                <a:lnTo>
                  <a:pt x="10948533" y="5777587"/>
                </a:lnTo>
                <a:lnTo>
                  <a:pt x="0" y="5777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49990" y="2157391"/>
            <a:ext cx="979051" cy="1060154"/>
          </a:xfrm>
          <a:custGeom>
            <a:avLst/>
            <a:gdLst/>
            <a:ahLst/>
            <a:cxnLst/>
            <a:rect l="l" t="t" r="r" b="b"/>
            <a:pathLst>
              <a:path w="979051" h="1060154">
                <a:moveTo>
                  <a:pt x="0" y="0"/>
                </a:moveTo>
                <a:lnTo>
                  <a:pt x="979051" y="0"/>
                </a:lnTo>
                <a:lnTo>
                  <a:pt x="979051" y="1060154"/>
                </a:lnTo>
                <a:lnTo>
                  <a:pt x="0" y="1060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315" r="-1431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35935" y="2939327"/>
            <a:ext cx="3690404" cy="67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6"/>
              </a:lnSpc>
            </a:pPr>
            <a:r>
              <a:rPr lang="en-US" sz="3433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HMI 서보 제어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64274" y="3074041"/>
            <a:ext cx="43191" cy="526444"/>
            <a:chOff x="0" y="0"/>
            <a:chExt cx="76784" cy="9359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835" cy="935863"/>
            </a:xfrm>
            <a:custGeom>
              <a:avLst/>
              <a:gdLst/>
              <a:ahLst/>
              <a:cxnLst/>
              <a:rect l="l" t="t" r="r" b="b"/>
              <a:pathLst>
                <a:path w="76835" h="935863">
                  <a:moveTo>
                    <a:pt x="0" y="0"/>
                  </a:moveTo>
                  <a:lnTo>
                    <a:pt x="76835" y="935863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2855" r="-1512789" b="-4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079581" y="4232615"/>
            <a:ext cx="2502041" cy="2784662"/>
            <a:chOff x="0" y="0"/>
            <a:chExt cx="4448073" cy="4950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8048" cy="4950460"/>
            </a:xfrm>
            <a:custGeom>
              <a:avLst/>
              <a:gdLst/>
              <a:ahLst/>
              <a:cxnLst/>
              <a:rect l="l" t="t" r="r" b="b"/>
              <a:pathLst>
                <a:path w="4448048" h="4950460">
                  <a:moveTo>
                    <a:pt x="0" y="0"/>
                  </a:moveTo>
                  <a:lnTo>
                    <a:pt x="4448048" y="0"/>
                  </a:lnTo>
                  <a:lnTo>
                    <a:pt x="4448048" y="4950460"/>
                  </a:lnTo>
                  <a:lnTo>
                    <a:pt x="0" y="4950460"/>
                  </a:lnTo>
                  <a:close/>
                </a:path>
              </a:pathLst>
            </a:custGeom>
            <a:solidFill>
              <a:srgbClr val="FFF9E7"/>
            </a:solid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091654" y="4148111"/>
            <a:ext cx="2477895" cy="2857093"/>
            <a:chOff x="0" y="0"/>
            <a:chExt cx="4405147" cy="5079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05152" cy="5079276"/>
            </a:xfrm>
            <a:custGeom>
              <a:avLst/>
              <a:gdLst/>
              <a:ahLst/>
              <a:cxnLst/>
              <a:rect l="l" t="t" r="r" b="b"/>
              <a:pathLst>
                <a:path w="4405152" h="5079276">
                  <a:moveTo>
                    <a:pt x="0" y="0"/>
                  </a:moveTo>
                  <a:lnTo>
                    <a:pt x="4405152" y="0"/>
                  </a:lnTo>
                  <a:lnTo>
                    <a:pt x="4405152" y="5079276"/>
                  </a:lnTo>
                  <a:lnTo>
                    <a:pt x="0" y="507927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97938" r="-9793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405147" cy="5107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6" lvl="2" indent="-108585" algn="l">
                <a:lnSpc>
                  <a:spcPts val="1995"/>
                </a:lnSpc>
                <a:buFont typeface="Arial"/>
                <a:buChar char="⚬"/>
              </a:pPr>
              <a:r>
                <a:rPr lang="en-US" sz="142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JOG 제어</a:t>
              </a:r>
            </a:p>
            <a:p>
              <a:pPr marL="325756" lvl="2" indent="-108585" algn="l">
                <a:lnSpc>
                  <a:spcPts val="1995"/>
                </a:lnSpc>
                <a:buFont typeface="Arial"/>
                <a:buChar char="⚬"/>
              </a:pPr>
              <a:r>
                <a:rPr lang="en-US" sz="142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JOG 속도값 변경</a:t>
              </a:r>
            </a:p>
            <a:p>
              <a:pPr marL="325756" lvl="2" indent="-108585" algn="l">
                <a:lnSpc>
                  <a:spcPts val="1995"/>
                </a:lnSpc>
                <a:buFont typeface="Arial"/>
                <a:buChar char="⚬"/>
              </a:pPr>
              <a:r>
                <a:rPr lang="en-US" sz="142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원점 복귀 / 고속 복귀</a:t>
              </a:r>
            </a:p>
            <a:p>
              <a:pPr marL="325756" lvl="2" indent="-108585" algn="l">
                <a:lnSpc>
                  <a:spcPts val="1995"/>
                </a:lnSpc>
                <a:buFont typeface="Arial"/>
                <a:buChar char="⚬"/>
              </a:pPr>
              <a:r>
                <a:rPr lang="en-US" sz="142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Teaching</a:t>
              </a:r>
            </a:p>
            <a:p>
              <a:pPr marL="325756" lvl="2" indent="-108585" algn="l">
                <a:lnSpc>
                  <a:spcPts val="1995"/>
                </a:lnSpc>
                <a:buFont typeface="Arial"/>
                <a:buChar char="⚬"/>
              </a:pPr>
              <a:r>
                <a:rPr lang="en-US" sz="142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서보 관련 상태 창</a:t>
              </a:r>
            </a:p>
            <a:p>
              <a:pPr marL="325756" lvl="2" indent="-108585" algn="l">
                <a:lnSpc>
                  <a:spcPts val="1995"/>
                </a:lnSpc>
                <a:buFont typeface="Arial"/>
                <a:buChar char="⚬"/>
              </a:pPr>
              <a:r>
                <a:rPr lang="en-US" sz="142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에러 리셋</a:t>
              </a:r>
            </a:p>
            <a:p>
              <a:pPr marL="325756" lvl="2" indent="-108585" algn="l">
                <a:lnSpc>
                  <a:spcPts val="1995"/>
                </a:lnSpc>
                <a:buFont typeface="Arial"/>
                <a:buChar char="⚬"/>
              </a:pPr>
              <a:r>
                <a:rPr lang="en-US" sz="142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Teaching값 ROM 저장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66510" y="3905638"/>
            <a:ext cx="5188670" cy="3807854"/>
            <a:chOff x="0" y="0"/>
            <a:chExt cx="9224302" cy="67695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224264" cy="6769481"/>
            </a:xfrm>
            <a:custGeom>
              <a:avLst/>
              <a:gdLst/>
              <a:ahLst/>
              <a:cxnLst/>
              <a:rect l="l" t="t" r="r" b="b"/>
              <a:pathLst>
                <a:path w="9224264" h="6769481">
                  <a:moveTo>
                    <a:pt x="0" y="0"/>
                  </a:moveTo>
                  <a:lnTo>
                    <a:pt x="9224264" y="0"/>
                  </a:lnTo>
                  <a:lnTo>
                    <a:pt x="9224264" y="6769481"/>
                  </a:lnTo>
                  <a:lnTo>
                    <a:pt x="0" y="6769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098" b="-1098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5709364" y="3188656"/>
            <a:ext cx="3691633" cy="25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1" spc="155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HMI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7960" y="2451956"/>
            <a:ext cx="11019434" cy="5838583"/>
          </a:xfrm>
          <a:custGeom>
            <a:avLst/>
            <a:gdLst/>
            <a:ahLst/>
            <a:cxnLst/>
            <a:rect l="l" t="t" r="r" b="b"/>
            <a:pathLst>
              <a:path w="11019434" h="5838583">
                <a:moveTo>
                  <a:pt x="0" y="0"/>
                </a:moveTo>
                <a:lnTo>
                  <a:pt x="11019434" y="0"/>
                </a:lnTo>
                <a:lnTo>
                  <a:pt x="11019434" y="5838583"/>
                </a:lnTo>
                <a:lnTo>
                  <a:pt x="0" y="5838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8605" y="2352601"/>
            <a:ext cx="11019434" cy="5838583"/>
          </a:xfrm>
          <a:custGeom>
            <a:avLst/>
            <a:gdLst/>
            <a:ahLst/>
            <a:cxnLst/>
            <a:rect l="l" t="t" r="r" b="b"/>
            <a:pathLst>
              <a:path w="11019434" h="5838583">
                <a:moveTo>
                  <a:pt x="0" y="0"/>
                </a:moveTo>
                <a:lnTo>
                  <a:pt x="11019434" y="0"/>
                </a:lnTo>
                <a:lnTo>
                  <a:pt x="11019434" y="5838583"/>
                </a:lnTo>
                <a:lnTo>
                  <a:pt x="0" y="5838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73906" y="2256074"/>
            <a:ext cx="985388" cy="1067020"/>
          </a:xfrm>
          <a:custGeom>
            <a:avLst/>
            <a:gdLst/>
            <a:ahLst/>
            <a:cxnLst/>
            <a:rect l="l" t="t" r="r" b="b"/>
            <a:pathLst>
              <a:path w="985388" h="1067020">
                <a:moveTo>
                  <a:pt x="0" y="0"/>
                </a:moveTo>
                <a:lnTo>
                  <a:pt x="985388" y="0"/>
                </a:lnTo>
                <a:lnTo>
                  <a:pt x="985388" y="1067020"/>
                </a:lnTo>
                <a:lnTo>
                  <a:pt x="0" y="1067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248" r="-1424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42219" y="3078430"/>
            <a:ext cx="3714309" cy="674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3455" dirty="0" err="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장비</a:t>
            </a:r>
            <a:r>
              <a:rPr lang="en-US" sz="3455" dirty="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3455" dirty="0" err="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상태</a:t>
            </a:r>
            <a:r>
              <a:rPr lang="en-US" sz="3455" dirty="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및 </a:t>
            </a:r>
            <a:r>
              <a:rPr lang="en-US" sz="3455" dirty="0" err="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제어</a:t>
            </a:r>
            <a:endParaRPr lang="en-US" sz="3455" dirty="0">
              <a:solidFill>
                <a:srgbClr val="34332C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168150" y="3213209"/>
            <a:ext cx="43470" cy="529852"/>
            <a:chOff x="0" y="0"/>
            <a:chExt cx="77280" cy="9419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216" cy="941959"/>
            </a:xfrm>
            <a:custGeom>
              <a:avLst/>
              <a:gdLst/>
              <a:ahLst/>
              <a:cxnLst/>
              <a:rect l="l" t="t" r="r" b="b"/>
              <a:pathLst>
                <a:path w="77216" h="941959">
                  <a:moveTo>
                    <a:pt x="0" y="0"/>
                  </a:moveTo>
                  <a:lnTo>
                    <a:pt x="77216" y="941959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5135" r="-1515218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68902" y="4550555"/>
            <a:ext cx="2518245" cy="2495606"/>
            <a:chOff x="0" y="0"/>
            <a:chExt cx="4476877" cy="44366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76877" cy="4436618"/>
            </a:xfrm>
            <a:custGeom>
              <a:avLst/>
              <a:gdLst/>
              <a:ahLst/>
              <a:cxnLst/>
              <a:rect l="l" t="t" r="r" b="b"/>
              <a:pathLst>
                <a:path w="4476877" h="4436618">
                  <a:moveTo>
                    <a:pt x="0" y="0"/>
                  </a:moveTo>
                  <a:lnTo>
                    <a:pt x="4476877" y="0"/>
                  </a:lnTo>
                  <a:lnTo>
                    <a:pt x="4476877" y="4436618"/>
                  </a:lnTo>
                  <a:lnTo>
                    <a:pt x="0" y="4436618"/>
                  </a:lnTo>
                  <a:close/>
                </a:path>
              </a:pathLst>
            </a:custGeom>
            <a:solidFill>
              <a:srgbClr val="FFF9E7"/>
            </a:solid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281054" y="4465509"/>
            <a:ext cx="2493942" cy="2568501"/>
            <a:chOff x="0" y="0"/>
            <a:chExt cx="4433672" cy="45662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33677" cy="4566225"/>
            </a:xfrm>
            <a:custGeom>
              <a:avLst/>
              <a:gdLst/>
              <a:ahLst/>
              <a:cxnLst/>
              <a:rect l="l" t="t" r="r" b="b"/>
              <a:pathLst>
                <a:path w="4433677" h="4566225">
                  <a:moveTo>
                    <a:pt x="0" y="0"/>
                  </a:moveTo>
                  <a:lnTo>
                    <a:pt x="4433677" y="0"/>
                  </a:lnTo>
                  <a:lnTo>
                    <a:pt x="4433677" y="4566225"/>
                  </a:lnTo>
                  <a:lnTo>
                    <a:pt x="0" y="45662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82139" r="-8213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433672" cy="46043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7838" lvl="2" indent="-109279" algn="l">
                <a:lnSpc>
                  <a:spcPts val="2007"/>
                </a:lnSpc>
                <a:buFont typeface="Arial"/>
                <a:buChar char="⚬"/>
              </a:pPr>
              <a:r>
                <a:rPr lang="en-US" sz="1434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장비 동작 상태</a:t>
              </a:r>
            </a:p>
            <a:p>
              <a:pPr marL="327838" lvl="2" indent="-109279" algn="l">
                <a:lnSpc>
                  <a:spcPts val="2007"/>
                </a:lnSpc>
                <a:buFont typeface="Arial"/>
                <a:buChar char="⚬"/>
              </a:pPr>
              <a:r>
                <a:rPr lang="en-US" sz="1434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실린더 동작 상태</a:t>
              </a:r>
            </a:p>
            <a:p>
              <a:pPr marL="327838" lvl="2" indent="-109279" algn="l">
                <a:lnSpc>
                  <a:spcPts val="2007"/>
                </a:lnSpc>
                <a:buFont typeface="Arial"/>
                <a:buChar char="⚬"/>
              </a:pPr>
              <a:r>
                <a:rPr lang="en-US" sz="1434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작업 수량</a:t>
              </a:r>
            </a:p>
            <a:p>
              <a:pPr marL="327838" lvl="2" indent="-109279" algn="l">
                <a:lnSpc>
                  <a:spcPts val="2007"/>
                </a:lnSpc>
                <a:buFont typeface="Arial"/>
                <a:buChar char="⚬"/>
              </a:pPr>
              <a:r>
                <a:rPr lang="en-US" sz="1434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가공 실린더 설정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54000" y="3953909"/>
            <a:ext cx="5163791" cy="3892453"/>
            <a:chOff x="0" y="0"/>
            <a:chExt cx="9180068" cy="69199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80068" cy="6919976"/>
            </a:xfrm>
            <a:custGeom>
              <a:avLst/>
              <a:gdLst/>
              <a:ahLst/>
              <a:cxnLst/>
              <a:rect l="l" t="t" r="r" b="b"/>
              <a:pathLst>
                <a:path w="9180068" h="6919976">
                  <a:moveTo>
                    <a:pt x="0" y="0"/>
                  </a:moveTo>
                  <a:lnTo>
                    <a:pt x="9180068" y="0"/>
                  </a:lnTo>
                  <a:lnTo>
                    <a:pt x="9180068" y="6919976"/>
                  </a:lnTo>
                  <a:lnTo>
                    <a:pt x="0" y="6919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53" r="-253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256528" y="3284858"/>
            <a:ext cx="3715545" cy="26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5"/>
              </a:lnSpc>
            </a:pPr>
            <a:r>
              <a:rPr lang="en-US" sz="1360" spc="156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HMI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4512" y="2256109"/>
            <a:ext cx="11107124" cy="5885046"/>
          </a:xfrm>
          <a:custGeom>
            <a:avLst/>
            <a:gdLst/>
            <a:ahLst/>
            <a:cxnLst/>
            <a:rect l="l" t="t" r="r" b="b"/>
            <a:pathLst>
              <a:path w="11107124" h="5885046">
                <a:moveTo>
                  <a:pt x="0" y="0"/>
                </a:moveTo>
                <a:lnTo>
                  <a:pt x="11107124" y="0"/>
                </a:lnTo>
                <a:lnTo>
                  <a:pt x="11107124" y="5885046"/>
                </a:lnTo>
                <a:lnTo>
                  <a:pt x="0" y="5885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54364" y="2155960"/>
            <a:ext cx="11107124" cy="5885046"/>
          </a:xfrm>
          <a:custGeom>
            <a:avLst/>
            <a:gdLst/>
            <a:ahLst/>
            <a:cxnLst/>
            <a:rect l="l" t="t" r="r" b="b"/>
            <a:pathLst>
              <a:path w="11107124" h="5885046">
                <a:moveTo>
                  <a:pt x="0" y="0"/>
                </a:moveTo>
                <a:lnTo>
                  <a:pt x="11107124" y="0"/>
                </a:lnTo>
                <a:lnTo>
                  <a:pt x="11107124" y="5885047"/>
                </a:lnTo>
                <a:lnTo>
                  <a:pt x="0" y="5885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72790" y="2827214"/>
            <a:ext cx="3743863" cy="669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3483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창고 관리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95750" y="2952546"/>
            <a:ext cx="43813" cy="534067"/>
            <a:chOff x="0" y="0"/>
            <a:chExt cx="77889" cy="9494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851" cy="949452"/>
            </a:xfrm>
            <a:custGeom>
              <a:avLst/>
              <a:gdLst/>
              <a:ahLst/>
              <a:cxnLst/>
              <a:rect l="l" t="t" r="r" b="b"/>
              <a:pathLst>
                <a:path w="77851" h="949452">
                  <a:moveTo>
                    <a:pt x="0" y="0"/>
                  </a:moveTo>
                  <a:lnTo>
                    <a:pt x="77851" y="949452"/>
                  </a:lnTo>
                </a:path>
              </a:pathLst>
            </a:custGeom>
            <a:blipFill>
              <a:blip r:embed="rId6">
                <a:alphaModFix amt="0"/>
              </a:blip>
              <a:stretch>
                <a:fillRect l="-1514734" r="-1514783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012213" y="4260889"/>
            <a:ext cx="2538283" cy="2515466"/>
            <a:chOff x="0" y="0"/>
            <a:chExt cx="4512500" cy="44719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2564" cy="4471924"/>
            </a:xfrm>
            <a:custGeom>
              <a:avLst/>
              <a:gdLst/>
              <a:ahLst/>
              <a:cxnLst/>
              <a:rect l="l" t="t" r="r" b="b"/>
              <a:pathLst>
                <a:path w="4512564" h="4471924">
                  <a:moveTo>
                    <a:pt x="0" y="0"/>
                  </a:moveTo>
                  <a:lnTo>
                    <a:pt x="4512564" y="0"/>
                  </a:lnTo>
                  <a:lnTo>
                    <a:pt x="4512564" y="4471924"/>
                  </a:lnTo>
                  <a:lnTo>
                    <a:pt x="0" y="4471924"/>
                  </a:lnTo>
                  <a:close/>
                </a:path>
              </a:pathLst>
            </a:custGeom>
            <a:solidFill>
              <a:srgbClr val="FFF9E7"/>
            </a:solidFill>
            <a:ln w="9525" cap="sq">
              <a:solidFill>
                <a:srgbClr val="34332C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024457" y="4199660"/>
            <a:ext cx="2513794" cy="2564451"/>
            <a:chOff x="0" y="0"/>
            <a:chExt cx="4468965" cy="45590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68960" cy="4559019"/>
            </a:xfrm>
            <a:custGeom>
              <a:avLst/>
              <a:gdLst/>
              <a:ahLst/>
              <a:cxnLst/>
              <a:rect l="l" t="t" r="r" b="b"/>
              <a:pathLst>
                <a:path w="4468960" h="4559019">
                  <a:moveTo>
                    <a:pt x="0" y="0"/>
                  </a:moveTo>
                  <a:lnTo>
                    <a:pt x="4468960" y="0"/>
                  </a:lnTo>
                  <a:lnTo>
                    <a:pt x="4468960" y="4559019"/>
                  </a:lnTo>
                  <a:lnTo>
                    <a:pt x="0" y="455901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0889" r="-8088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468965" cy="45971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428" lvl="2" indent="-110143" algn="l">
                <a:lnSpc>
                  <a:spcPts val="2023"/>
                </a:lnSpc>
                <a:buFont typeface="Arial"/>
                <a:buChar char="⚬"/>
              </a:pPr>
              <a:r>
                <a:rPr lang="en-US" sz="144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창고 적재 버튼</a:t>
              </a:r>
            </a:p>
            <a:p>
              <a:pPr marL="330428" lvl="2" indent="-110143" algn="l">
                <a:lnSpc>
                  <a:spcPts val="2023"/>
                </a:lnSpc>
                <a:buFont typeface="Arial"/>
                <a:buChar char="⚬"/>
              </a:pPr>
              <a:r>
                <a:rPr lang="en-US" sz="144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창고 적재 상태</a:t>
              </a:r>
            </a:p>
            <a:p>
              <a:pPr marL="330428" lvl="2" indent="-110143" algn="l">
                <a:lnSpc>
                  <a:spcPts val="2023"/>
                </a:lnSpc>
                <a:buFont typeface="Arial"/>
                <a:buChar char="⚬"/>
              </a:pPr>
              <a:r>
                <a:rPr lang="en-US" sz="144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선택 적재</a:t>
              </a:r>
            </a:p>
            <a:p>
              <a:pPr marL="330427" lvl="2" indent="-110142" algn="l">
                <a:lnSpc>
                  <a:spcPts val="2023"/>
                </a:lnSpc>
                <a:buFont typeface="Arial"/>
                <a:buChar char="⚬"/>
              </a:pPr>
              <a:r>
                <a:rPr lang="en-US" sz="144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선택 비움 </a:t>
              </a:r>
            </a:p>
            <a:p>
              <a:pPr marL="330428" lvl="2" indent="-110143" algn="l">
                <a:lnSpc>
                  <a:spcPts val="2023"/>
                </a:lnSpc>
                <a:buFont typeface="Arial"/>
                <a:buChar char="⚬"/>
              </a:pPr>
              <a:r>
                <a:rPr lang="en-US" sz="1445">
                  <a:solidFill>
                    <a:srgbClr val="34332C"/>
                  </a:solidFill>
                  <a:latin typeface="윤고딕"/>
                  <a:ea typeface="윤고딕"/>
                  <a:cs typeface="윤고딕"/>
                  <a:sym typeface="윤고딕"/>
                </a:rPr>
                <a:t>전체 비움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75378" y="3797217"/>
            <a:ext cx="5360302" cy="3917763"/>
            <a:chOff x="0" y="0"/>
            <a:chExt cx="9529420" cy="69649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29445" cy="6964934"/>
            </a:xfrm>
            <a:custGeom>
              <a:avLst/>
              <a:gdLst/>
              <a:ahLst/>
              <a:cxnLst/>
              <a:rect l="l" t="t" r="r" b="b"/>
              <a:pathLst>
                <a:path w="9529445" h="6964934">
                  <a:moveTo>
                    <a:pt x="0" y="0"/>
                  </a:moveTo>
                  <a:lnTo>
                    <a:pt x="9529445" y="0"/>
                  </a:lnTo>
                  <a:lnTo>
                    <a:pt x="9529445" y="6964934"/>
                  </a:lnTo>
                  <a:lnTo>
                    <a:pt x="0" y="6964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07" b="-130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4567144" y="3162430"/>
            <a:ext cx="3745113" cy="26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371" spc="157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HMI overview</a:t>
            </a: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57EB459B-DF73-476B-BB63-F25F2F5ECE88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5657" y="2371043"/>
            <a:ext cx="10963542" cy="5808962"/>
          </a:xfrm>
          <a:custGeom>
            <a:avLst/>
            <a:gdLst/>
            <a:ahLst/>
            <a:cxnLst/>
            <a:rect l="l" t="t" r="r" b="b"/>
            <a:pathLst>
              <a:path w="10963542" h="5808962">
                <a:moveTo>
                  <a:pt x="0" y="0"/>
                </a:moveTo>
                <a:lnTo>
                  <a:pt x="10963541" y="0"/>
                </a:lnTo>
                <a:lnTo>
                  <a:pt x="10963541" y="5808962"/>
                </a:lnTo>
                <a:lnTo>
                  <a:pt x="0" y="580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6802" y="2272188"/>
            <a:ext cx="10963542" cy="5808962"/>
          </a:xfrm>
          <a:custGeom>
            <a:avLst/>
            <a:gdLst/>
            <a:ahLst/>
            <a:cxnLst/>
            <a:rect l="l" t="t" r="r" b="b"/>
            <a:pathLst>
              <a:path w="10963542" h="5808962">
                <a:moveTo>
                  <a:pt x="0" y="0"/>
                </a:moveTo>
                <a:lnTo>
                  <a:pt x="10963541" y="0"/>
                </a:lnTo>
                <a:lnTo>
                  <a:pt x="10963541" y="5808961"/>
                </a:lnTo>
                <a:lnTo>
                  <a:pt x="0" y="580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07063" y="4380944"/>
            <a:ext cx="6301873" cy="130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spc="-64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추가 기능 설명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0D746D33-25A7-4251-BB44-99E164AB1C67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5623" y="2216795"/>
            <a:ext cx="11004487" cy="5830657"/>
          </a:xfrm>
          <a:custGeom>
            <a:avLst/>
            <a:gdLst/>
            <a:ahLst/>
            <a:cxnLst/>
            <a:rect l="l" t="t" r="r" b="b"/>
            <a:pathLst>
              <a:path w="11004487" h="5830657">
                <a:moveTo>
                  <a:pt x="0" y="0"/>
                </a:moveTo>
                <a:lnTo>
                  <a:pt x="11004486" y="0"/>
                </a:lnTo>
                <a:lnTo>
                  <a:pt x="11004486" y="5830658"/>
                </a:lnTo>
                <a:lnTo>
                  <a:pt x="0" y="583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6409" y="2117575"/>
            <a:ext cx="11004487" cy="5830657"/>
          </a:xfrm>
          <a:custGeom>
            <a:avLst/>
            <a:gdLst/>
            <a:ahLst/>
            <a:cxnLst/>
            <a:rect l="l" t="t" r="r" b="b"/>
            <a:pathLst>
              <a:path w="11004487" h="5830657">
                <a:moveTo>
                  <a:pt x="0" y="0"/>
                </a:moveTo>
                <a:lnTo>
                  <a:pt x="11004487" y="0"/>
                </a:lnTo>
                <a:lnTo>
                  <a:pt x="11004487" y="5830657"/>
                </a:lnTo>
                <a:lnTo>
                  <a:pt x="0" y="5830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79119" y="2021177"/>
            <a:ext cx="984052" cy="1065568"/>
          </a:xfrm>
          <a:custGeom>
            <a:avLst/>
            <a:gdLst/>
            <a:ahLst/>
            <a:cxnLst/>
            <a:rect l="l" t="t" r="r" b="b"/>
            <a:pathLst>
              <a:path w="984052" h="1065568">
                <a:moveTo>
                  <a:pt x="0" y="0"/>
                </a:moveTo>
                <a:lnTo>
                  <a:pt x="984052" y="0"/>
                </a:lnTo>
                <a:lnTo>
                  <a:pt x="984052" y="1065568"/>
                </a:lnTo>
                <a:lnTo>
                  <a:pt x="0" y="1065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679" r="-1467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73930" y="2711771"/>
            <a:ext cx="3709265" cy="67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3451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창고 선택 적재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00377" y="2846680"/>
            <a:ext cx="43405" cy="529134"/>
            <a:chOff x="0" y="0"/>
            <a:chExt cx="76937" cy="9378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962" cy="937895"/>
            </a:xfrm>
            <a:custGeom>
              <a:avLst/>
              <a:gdLst/>
              <a:ahLst/>
              <a:cxnLst/>
              <a:rect l="l" t="t" r="r" b="b"/>
              <a:pathLst>
                <a:path w="76962" h="937895">
                  <a:moveTo>
                    <a:pt x="0" y="0"/>
                  </a:moveTo>
                  <a:lnTo>
                    <a:pt x="76962" y="937895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3583" r="-1513550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6829701" y="3913476"/>
            <a:ext cx="5117205" cy="3213191"/>
          </a:xfrm>
          <a:custGeom>
            <a:avLst/>
            <a:gdLst/>
            <a:ahLst/>
            <a:cxnLst/>
            <a:rect l="l" t="t" r="r" b="b"/>
            <a:pathLst>
              <a:path w="5117205" h="3213191">
                <a:moveTo>
                  <a:pt x="0" y="0"/>
                </a:moveTo>
                <a:lnTo>
                  <a:pt x="5117205" y="0"/>
                </a:lnTo>
                <a:lnTo>
                  <a:pt x="5117205" y="3213191"/>
                </a:lnTo>
                <a:lnTo>
                  <a:pt x="0" y="32131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275921" y="4258513"/>
            <a:ext cx="4224764" cy="620530"/>
          </a:xfrm>
          <a:custGeom>
            <a:avLst/>
            <a:gdLst/>
            <a:ahLst/>
            <a:cxnLst/>
            <a:rect l="l" t="t" r="r" b="b"/>
            <a:pathLst>
              <a:path w="4224764" h="620530">
                <a:moveTo>
                  <a:pt x="0" y="0"/>
                </a:moveTo>
                <a:lnTo>
                  <a:pt x="4224764" y="0"/>
                </a:lnTo>
                <a:lnTo>
                  <a:pt x="4224764" y="620530"/>
                </a:lnTo>
                <a:lnTo>
                  <a:pt x="0" y="620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444953" y="3801170"/>
            <a:ext cx="3203690" cy="3301048"/>
            <a:chOff x="0" y="0"/>
            <a:chExt cx="5678576" cy="58511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78551" cy="5851144"/>
            </a:xfrm>
            <a:custGeom>
              <a:avLst/>
              <a:gdLst/>
              <a:ahLst/>
              <a:cxnLst/>
              <a:rect l="l" t="t" r="r" b="b"/>
              <a:pathLst>
                <a:path w="5678551" h="5851144">
                  <a:moveTo>
                    <a:pt x="0" y="0"/>
                  </a:moveTo>
                  <a:lnTo>
                    <a:pt x="5678551" y="0"/>
                  </a:lnTo>
                  <a:lnTo>
                    <a:pt x="5678551" y="5851144"/>
                  </a:lnTo>
                  <a:lnTo>
                    <a:pt x="0" y="5851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4664" b="-14664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001421" y="6200456"/>
            <a:ext cx="869026" cy="654392"/>
            <a:chOff x="0" y="0"/>
            <a:chExt cx="1540358" cy="11599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40383" cy="1159891"/>
            </a:xfrm>
            <a:custGeom>
              <a:avLst/>
              <a:gdLst/>
              <a:ahLst/>
              <a:cxnLst/>
              <a:rect l="l" t="t" r="r" b="b"/>
              <a:pathLst>
                <a:path w="1540383" h="1159891">
                  <a:moveTo>
                    <a:pt x="0" y="0"/>
                  </a:moveTo>
                  <a:lnTo>
                    <a:pt x="1540383" y="0"/>
                  </a:lnTo>
                  <a:lnTo>
                    <a:pt x="1540383" y="1159891"/>
                  </a:lnTo>
                  <a:lnTo>
                    <a:pt x="0" y="1159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16399" r="1" b="-16402"/>
              </a:stretch>
            </a:blipFill>
            <a:ln w="57150" cap="sq">
              <a:solidFill>
                <a:srgbClr val="FBFB0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5560275" y="3142299"/>
            <a:ext cx="3710505" cy="26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 spc="155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Selective Stacking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87693" y="4405219"/>
            <a:ext cx="4201213" cy="312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562" spc="-15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선택된 위치 별 적재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5181" y="5225807"/>
            <a:ext cx="4435027" cy="158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04" lvl="2" indent="-100735" algn="l">
              <a:lnSpc>
                <a:spcPts val="2022"/>
              </a:lnSpc>
              <a:buFont typeface="Arial"/>
              <a:buChar char="⚬"/>
            </a:pPr>
            <a:r>
              <a:rPr lang="en-US" sz="1321" spc="-12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선택 된 위치대로 </a:t>
            </a:r>
            <a:r>
              <a:rPr lang="en-US" sz="1321" spc="-12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1층</a:t>
            </a:r>
            <a:r>
              <a:rPr lang="en-US" sz="1321" spc="-12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부터 우,좌 우선순위 순으로 저장</a:t>
            </a:r>
          </a:p>
          <a:p>
            <a:pPr marL="302204" lvl="2" indent="-100735" algn="l">
              <a:lnSpc>
                <a:spcPts val="2022"/>
              </a:lnSpc>
            </a:pPr>
            <a:endParaRPr lang="en-US" sz="1321" spc="-12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19400" lvl="2" indent="-106467" algn="l">
              <a:lnSpc>
                <a:spcPts val="2137"/>
              </a:lnSpc>
              <a:buFont typeface="Arial"/>
              <a:buChar char="⚬"/>
            </a:pPr>
            <a:r>
              <a:rPr lang="en-US" sz="1396" spc="-13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해당 층이 선택 됐지만 비어있지 않다면 비어있는 </a:t>
            </a:r>
          </a:p>
          <a:p>
            <a:pPr marL="319400" lvl="2" indent="-106467" algn="l">
              <a:lnSpc>
                <a:spcPts val="2137"/>
              </a:lnSpc>
            </a:pPr>
            <a:r>
              <a:rPr lang="en-US" sz="1396" spc="-13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      공간으로 저장</a:t>
            </a:r>
          </a:p>
          <a:p>
            <a:pPr marL="302200" lvl="2" indent="-100733" algn="l">
              <a:lnSpc>
                <a:spcPts val="2137"/>
              </a:lnSpc>
            </a:pPr>
            <a:endParaRPr lang="en-US" sz="1396" spc="-13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02204" lvl="2" indent="-100735" algn="l">
              <a:lnSpc>
                <a:spcPts val="2022"/>
              </a:lnSpc>
              <a:buFont typeface="Arial"/>
              <a:buChar char="⚬"/>
            </a:pPr>
            <a:r>
              <a:rPr lang="en-US" sz="1321" spc="-12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시퀀스 동작 중 선택적재를 한다면 해당 위치로 우선 적재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1521" y="2183380"/>
            <a:ext cx="10971886" cy="5813384"/>
          </a:xfrm>
          <a:custGeom>
            <a:avLst/>
            <a:gdLst/>
            <a:ahLst/>
            <a:cxnLst/>
            <a:rect l="l" t="t" r="r" b="b"/>
            <a:pathLst>
              <a:path w="10971886" h="5813384">
                <a:moveTo>
                  <a:pt x="0" y="0"/>
                </a:moveTo>
                <a:lnTo>
                  <a:pt x="10971885" y="0"/>
                </a:lnTo>
                <a:lnTo>
                  <a:pt x="10971885" y="5813384"/>
                </a:lnTo>
                <a:lnTo>
                  <a:pt x="0" y="581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2594" y="2084453"/>
            <a:ext cx="10971886" cy="5813384"/>
          </a:xfrm>
          <a:custGeom>
            <a:avLst/>
            <a:gdLst/>
            <a:ahLst/>
            <a:cxnLst/>
            <a:rect l="l" t="t" r="r" b="b"/>
            <a:pathLst>
              <a:path w="10971886" h="5813384">
                <a:moveTo>
                  <a:pt x="0" y="0"/>
                </a:moveTo>
                <a:lnTo>
                  <a:pt x="10971885" y="0"/>
                </a:lnTo>
                <a:lnTo>
                  <a:pt x="10971885" y="5813384"/>
                </a:lnTo>
                <a:lnTo>
                  <a:pt x="0" y="5813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57862" y="1988341"/>
            <a:ext cx="981137" cy="1062411"/>
          </a:xfrm>
          <a:custGeom>
            <a:avLst/>
            <a:gdLst/>
            <a:ahLst/>
            <a:cxnLst/>
            <a:rect l="l" t="t" r="r" b="b"/>
            <a:pathLst>
              <a:path w="981137" h="1062411">
                <a:moveTo>
                  <a:pt x="0" y="0"/>
                </a:moveTo>
                <a:lnTo>
                  <a:pt x="981137" y="0"/>
                </a:lnTo>
                <a:lnTo>
                  <a:pt x="981137" y="1062412"/>
                </a:lnTo>
                <a:lnTo>
                  <a:pt x="0" y="1062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679" r="-14679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02963" y="5049874"/>
            <a:ext cx="3755219" cy="2339742"/>
            <a:chOff x="0" y="0"/>
            <a:chExt cx="6675946" cy="41595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75882" cy="4159504"/>
            </a:xfrm>
            <a:custGeom>
              <a:avLst/>
              <a:gdLst/>
              <a:ahLst/>
              <a:cxnLst/>
              <a:rect l="l" t="t" r="r" b="b"/>
              <a:pathLst>
                <a:path w="6675882" h="4159504">
                  <a:moveTo>
                    <a:pt x="0" y="0"/>
                  </a:moveTo>
                  <a:lnTo>
                    <a:pt x="6675882" y="0"/>
                  </a:lnTo>
                  <a:lnTo>
                    <a:pt x="6675882" y="4159504"/>
                  </a:lnTo>
                  <a:lnTo>
                    <a:pt x="0" y="415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427396" y="2843243"/>
            <a:ext cx="3698277" cy="672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트러블 슈팅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054950" y="2977979"/>
            <a:ext cx="43277" cy="527566"/>
            <a:chOff x="0" y="0"/>
            <a:chExt cx="76937" cy="9378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962" cy="937895"/>
            </a:xfrm>
            <a:custGeom>
              <a:avLst/>
              <a:gdLst/>
              <a:ahLst/>
              <a:cxnLst/>
              <a:rect l="l" t="t" r="r" b="b"/>
              <a:pathLst>
                <a:path w="76962" h="937895">
                  <a:moveTo>
                    <a:pt x="0" y="0"/>
                  </a:moveTo>
                  <a:lnTo>
                    <a:pt x="76962" y="937895"/>
                  </a:lnTo>
                </a:path>
              </a:pathLst>
            </a:custGeom>
            <a:blipFill>
              <a:blip r:embed="rId9">
                <a:alphaModFix amt="0"/>
              </a:blip>
              <a:stretch>
                <a:fillRect l="-1513583" r="-1513550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>
            <a:off x="6846263" y="3983555"/>
            <a:ext cx="5102045" cy="2127323"/>
          </a:xfrm>
          <a:custGeom>
            <a:avLst/>
            <a:gdLst/>
            <a:ahLst/>
            <a:cxnLst/>
            <a:rect l="l" t="t" r="r" b="b"/>
            <a:pathLst>
              <a:path w="5102045" h="2127323">
                <a:moveTo>
                  <a:pt x="0" y="0"/>
                </a:moveTo>
                <a:lnTo>
                  <a:pt x="5102045" y="0"/>
                </a:lnTo>
                <a:lnTo>
                  <a:pt x="5102045" y="2127323"/>
                </a:lnTo>
                <a:lnTo>
                  <a:pt x="0" y="2127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291161" y="4288107"/>
            <a:ext cx="4212248" cy="618692"/>
          </a:xfrm>
          <a:custGeom>
            <a:avLst/>
            <a:gdLst/>
            <a:ahLst/>
            <a:cxnLst/>
            <a:rect l="l" t="t" r="r" b="b"/>
            <a:pathLst>
              <a:path w="4212248" h="618692">
                <a:moveTo>
                  <a:pt x="0" y="0"/>
                </a:moveTo>
                <a:lnTo>
                  <a:pt x="4212248" y="0"/>
                </a:lnTo>
                <a:lnTo>
                  <a:pt x="4212248" y="618692"/>
                </a:lnTo>
                <a:lnTo>
                  <a:pt x="0" y="6186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936563" y="3918511"/>
            <a:ext cx="1695048" cy="942789"/>
            <a:chOff x="0" y="0"/>
            <a:chExt cx="3013418" cy="16760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13456" cy="1676019"/>
            </a:xfrm>
            <a:custGeom>
              <a:avLst/>
              <a:gdLst/>
              <a:ahLst/>
              <a:cxnLst/>
              <a:rect l="l" t="t" r="r" b="b"/>
              <a:pathLst>
                <a:path w="3013456" h="1676019">
                  <a:moveTo>
                    <a:pt x="0" y="0"/>
                  </a:moveTo>
                  <a:lnTo>
                    <a:pt x="3013456" y="0"/>
                  </a:lnTo>
                  <a:lnTo>
                    <a:pt x="3013456" y="1676019"/>
                  </a:lnTo>
                  <a:lnTo>
                    <a:pt x="0" y="167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167" r="1" b="-17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674388" y="5709749"/>
            <a:ext cx="1554430" cy="737957"/>
            <a:chOff x="0" y="0"/>
            <a:chExt cx="2763431" cy="13119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63393" cy="1311910"/>
            </a:xfrm>
            <a:custGeom>
              <a:avLst/>
              <a:gdLst/>
              <a:ahLst/>
              <a:cxnLst/>
              <a:rect l="l" t="t" r="r" b="b"/>
              <a:pathLst>
                <a:path w="2763393" h="1311910">
                  <a:moveTo>
                    <a:pt x="0" y="0"/>
                  </a:moveTo>
                  <a:lnTo>
                    <a:pt x="2763393" y="0"/>
                  </a:lnTo>
                  <a:lnTo>
                    <a:pt x="2763393" y="1311910"/>
                  </a:lnTo>
                  <a:lnTo>
                    <a:pt x="0" y="1311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55320" r="-1" b="-55321"/>
              </a:stretch>
            </a:blipFill>
            <a:ln w="57150" cap="sq">
              <a:solidFill>
                <a:srgbClr val="FBFB0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472130" y="5949972"/>
            <a:ext cx="587609" cy="298352"/>
            <a:chOff x="0" y="0"/>
            <a:chExt cx="1044638" cy="5304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4702" cy="530352"/>
            </a:xfrm>
            <a:custGeom>
              <a:avLst/>
              <a:gdLst/>
              <a:ahLst/>
              <a:cxnLst/>
              <a:rect l="l" t="t" r="r" b="b"/>
              <a:pathLst>
                <a:path w="1044702" h="530352">
                  <a:moveTo>
                    <a:pt x="0" y="0"/>
                  </a:moveTo>
                  <a:lnTo>
                    <a:pt x="1044702" y="0"/>
                  </a:lnTo>
                  <a:lnTo>
                    <a:pt x="1044702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48481" r="6" b="-48488"/>
              </a:stretch>
            </a:blipFill>
            <a:ln w="57150" cap="sq">
              <a:solidFill>
                <a:srgbClr val="FBFB00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43384" y="6322662"/>
            <a:ext cx="5440816" cy="998232"/>
            <a:chOff x="0" y="0"/>
            <a:chExt cx="9672561" cy="17746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72574" cy="1774698"/>
            </a:xfrm>
            <a:custGeom>
              <a:avLst/>
              <a:gdLst/>
              <a:ahLst/>
              <a:cxnLst/>
              <a:rect l="l" t="t" r="r" b="b"/>
              <a:pathLst>
                <a:path w="9672574" h="1774698">
                  <a:moveTo>
                    <a:pt x="0" y="0"/>
                  </a:moveTo>
                  <a:lnTo>
                    <a:pt x="9672574" y="0"/>
                  </a:lnTo>
                  <a:lnTo>
                    <a:pt x="9672574" y="1774698"/>
                  </a:lnTo>
                  <a:lnTo>
                    <a:pt x="0" y="177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5190234" y="3258179"/>
            <a:ext cx="3699512" cy="25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spc="155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Troubleshooting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02898" y="4434266"/>
            <a:ext cx="4188766" cy="31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1"/>
              </a:lnSpc>
            </a:pPr>
            <a:r>
              <a:rPr lang="en-US" sz="1557" spc="-15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데이터 중복 문제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02898" y="5060156"/>
            <a:ext cx="4181308" cy="50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4163" lvl="2" indent="-94721" algn="l">
              <a:lnSpc>
                <a:spcPts val="1901"/>
              </a:lnSpc>
              <a:buFont typeface="Arial"/>
              <a:buChar char="⚬"/>
            </a:pPr>
            <a:r>
              <a:rPr lang="en-US" sz="1242" spc="-12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SET /RESET 시 주의</a:t>
            </a:r>
          </a:p>
          <a:p>
            <a:pPr marL="284163" lvl="2" indent="-94721" algn="l">
              <a:lnSpc>
                <a:spcPts val="1901"/>
              </a:lnSpc>
              <a:buFont typeface="Arial"/>
              <a:buChar char="⚬"/>
            </a:pPr>
            <a:r>
              <a:rPr lang="en-US" sz="1242" spc="-12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FIND/REPLACE 기능 이용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1521" y="2183380"/>
            <a:ext cx="10971886" cy="5813384"/>
          </a:xfrm>
          <a:custGeom>
            <a:avLst/>
            <a:gdLst/>
            <a:ahLst/>
            <a:cxnLst/>
            <a:rect l="l" t="t" r="r" b="b"/>
            <a:pathLst>
              <a:path w="10971886" h="5813384">
                <a:moveTo>
                  <a:pt x="0" y="0"/>
                </a:moveTo>
                <a:lnTo>
                  <a:pt x="10971885" y="0"/>
                </a:lnTo>
                <a:lnTo>
                  <a:pt x="10971885" y="5813384"/>
                </a:lnTo>
                <a:lnTo>
                  <a:pt x="0" y="581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2594" y="2084453"/>
            <a:ext cx="10971886" cy="5813384"/>
          </a:xfrm>
          <a:custGeom>
            <a:avLst/>
            <a:gdLst/>
            <a:ahLst/>
            <a:cxnLst/>
            <a:rect l="l" t="t" r="r" b="b"/>
            <a:pathLst>
              <a:path w="10971886" h="5813384">
                <a:moveTo>
                  <a:pt x="0" y="0"/>
                </a:moveTo>
                <a:lnTo>
                  <a:pt x="10971885" y="0"/>
                </a:lnTo>
                <a:lnTo>
                  <a:pt x="10971885" y="5813384"/>
                </a:lnTo>
                <a:lnTo>
                  <a:pt x="0" y="5813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57862" y="1988341"/>
            <a:ext cx="981137" cy="1062411"/>
          </a:xfrm>
          <a:custGeom>
            <a:avLst/>
            <a:gdLst/>
            <a:ahLst/>
            <a:cxnLst/>
            <a:rect l="l" t="t" r="r" b="b"/>
            <a:pathLst>
              <a:path w="981137" h="1062411">
                <a:moveTo>
                  <a:pt x="0" y="0"/>
                </a:moveTo>
                <a:lnTo>
                  <a:pt x="981137" y="0"/>
                </a:lnTo>
                <a:lnTo>
                  <a:pt x="981137" y="1062412"/>
                </a:lnTo>
                <a:lnTo>
                  <a:pt x="0" y="1062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679" r="-1467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27396" y="2843243"/>
            <a:ext cx="3698277" cy="672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트러블 슈팅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054950" y="2977979"/>
            <a:ext cx="43277" cy="527566"/>
            <a:chOff x="0" y="0"/>
            <a:chExt cx="76937" cy="9378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962" cy="937895"/>
            </a:xfrm>
            <a:custGeom>
              <a:avLst/>
              <a:gdLst/>
              <a:ahLst/>
              <a:cxnLst/>
              <a:rect l="l" t="t" r="r" b="b"/>
              <a:pathLst>
                <a:path w="76962" h="937895">
                  <a:moveTo>
                    <a:pt x="0" y="0"/>
                  </a:moveTo>
                  <a:lnTo>
                    <a:pt x="76962" y="937895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1513583" r="-1513550"/>
              </a:stretch>
            </a:blipFill>
            <a:ln w="57150" cap="sq">
              <a:solidFill>
                <a:srgbClr val="34332C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7832829" y="4260182"/>
            <a:ext cx="4115479" cy="2127323"/>
          </a:xfrm>
          <a:custGeom>
            <a:avLst/>
            <a:gdLst/>
            <a:ahLst/>
            <a:cxnLst/>
            <a:rect l="l" t="t" r="r" b="b"/>
            <a:pathLst>
              <a:path w="4115479" h="2127323">
                <a:moveTo>
                  <a:pt x="0" y="0"/>
                </a:moveTo>
                <a:lnTo>
                  <a:pt x="4115479" y="0"/>
                </a:lnTo>
                <a:lnTo>
                  <a:pt x="4115479" y="2127323"/>
                </a:lnTo>
                <a:lnTo>
                  <a:pt x="0" y="21273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91302" y="4445956"/>
            <a:ext cx="3398532" cy="618692"/>
          </a:xfrm>
          <a:custGeom>
            <a:avLst/>
            <a:gdLst/>
            <a:ahLst/>
            <a:cxnLst/>
            <a:rect l="l" t="t" r="r" b="b"/>
            <a:pathLst>
              <a:path w="3398532" h="618692">
                <a:moveTo>
                  <a:pt x="0" y="0"/>
                </a:moveTo>
                <a:lnTo>
                  <a:pt x="3398532" y="0"/>
                </a:lnTo>
                <a:lnTo>
                  <a:pt x="3398532" y="618691"/>
                </a:lnTo>
                <a:lnTo>
                  <a:pt x="0" y="6186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040662" y="3964560"/>
            <a:ext cx="5323965" cy="3152858"/>
            <a:chOff x="0" y="0"/>
            <a:chExt cx="9464827" cy="56050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64802" cy="5605018"/>
            </a:xfrm>
            <a:custGeom>
              <a:avLst/>
              <a:gdLst/>
              <a:ahLst/>
              <a:cxnLst/>
              <a:rect l="l" t="t" r="r" b="b"/>
              <a:pathLst>
                <a:path w="9464802" h="5605018">
                  <a:moveTo>
                    <a:pt x="0" y="0"/>
                  </a:moveTo>
                  <a:lnTo>
                    <a:pt x="9464802" y="0"/>
                  </a:lnTo>
                  <a:lnTo>
                    <a:pt x="9464802" y="5605018"/>
                  </a:lnTo>
                  <a:lnTo>
                    <a:pt x="0" y="5605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09" r="-109" b="-1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5190234" y="3258179"/>
            <a:ext cx="3699512" cy="25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spc="155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Troubleshooting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03040" y="4592114"/>
            <a:ext cx="3375058" cy="31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1"/>
              </a:lnSpc>
            </a:pPr>
            <a:r>
              <a:rPr lang="en-US" sz="1557" spc="-15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데이터 종속성 문제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62993" y="5269847"/>
            <a:ext cx="3655143" cy="73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4163" lvl="2" indent="-94721" algn="l">
              <a:lnSpc>
                <a:spcPts val="1901"/>
              </a:lnSpc>
              <a:buFont typeface="Arial"/>
              <a:buChar char="⚬"/>
            </a:pPr>
            <a:r>
              <a:rPr lang="en-US" sz="1242" spc="-12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협업과정 중 코드 병합할때 데이터 곂침 문제 발생</a:t>
            </a:r>
          </a:p>
          <a:p>
            <a:pPr marL="284163" lvl="2" indent="-94721" algn="l">
              <a:lnSpc>
                <a:spcPts val="1901"/>
              </a:lnSpc>
            </a:pPr>
            <a:endParaRPr lang="en-US" sz="1242" spc="-12">
              <a:solidFill>
                <a:srgbClr val="34332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284163" lvl="2" indent="-94721" algn="l">
              <a:lnSpc>
                <a:spcPts val="1901"/>
              </a:lnSpc>
              <a:buFont typeface="Arial"/>
              <a:buChar char="⚬"/>
            </a:pPr>
            <a:r>
              <a:rPr lang="en-US" sz="1242" spc="-12">
                <a:solidFill>
                  <a:srgbClr val="34332C"/>
                </a:solidFill>
                <a:latin typeface="윤고딕"/>
                <a:ea typeface="윤고딕"/>
                <a:cs typeface="윤고딕"/>
                <a:sym typeface="윤고딕"/>
              </a:rPr>
              <a:t>스프레드 시트를 활용해 데이터 맵 구성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5657" y="2368110"/>
            <a:ext cx="10963542" cy="5808962"/>
          </a:xfrm>
          <a:custGeom>
            <a:avLst/>
            <a:gdLst/>
            <a:ahLst/>
            <a:cxnLst/>
            <a:rect l="l" t="t" r="r" b="b"/>
            <a:pathLst>
              <a:path w="10963542" h="5808962">
                <a:moveTo>
                  <a:pt x="0" y="0"/>
                </a:moveTo>
                <a:lnTo>
                  <a:pt x="10963541" y="0"/>
                </a:lnTo>
                <a:lnTo>
                  <a:pt x="10963541" y="5808962"/>
                </a:lnTo>
                <a:lnTo>
                  <a:pt x="0" y="580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6802" y="2269262"/>
            <a:ext cx="10963542" cy="5808962"/>
          </a:xfrm>
          <a:custGeom>
            <a:avLst/>
            <a:gdLst/>
            <a:ahLst/>
            <a:cxnLst/>
            <a:rect l="l" t="t" r="r" b="b"/>
            <a:pathLst>
              <a:path w="10963542" h="5808962">
                <a:moveTo>
                  <a:pt x="0" y="0"/>
                </a:moveTo>
                <a:lnTo>
                  <a:pt x="10963541" y="0"/>
                </a:lnTo>
                <a:lnTo>
                  <a:pt x="10963541" y="5808962"/>
                </a:lnTo>
                <a:lnTo>
                  <a:pt x="0" y="5808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07063" y="4380212"/>
            <a:ext cx="6301873" cy="130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spc="-64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질의 응답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B630F503-0064-4062-B0B2-F3D63D366212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1953" y="2350888"/>
            <a:ext cx="11031557" cy="5845002"/>
          </a:xfrm>
          <a:custGeom>
            <a:avLst/>
            <a:gdLst/>
            <a:ahLst/>
            <a:cxnLst/>
            <a:rect l="l" t="t" r="r" b="b"/>
            <a:pathLst>
              <a:path w="11031557" h="5845002">
                <a:moveTo>
                  <a:pt x="0" y="0"/>
                </a:moveTo>
                <a:lnTo>
                  <a:pt x="11031557" y="0"/>
                </a:lnTo>
                <a:lnTo>
                  <a:pt x="11031557" y="5845002"/>
                </a:lnTo>
                <a:lnTo>
                  <a:pt x="0" y="584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2490" y="2251425"/>
            <a:ext cx="11031557" cy="5845002"/>
          </a:xfrm>
          <a:custGeom>
            <a:avLst/>
            <a:gdLst/>
            <a:ahLst/>
            <a:cxnLst/>
            <a:rect l="l" t="t" r="r" b="b"/>
            <a:pathLst>
              <a:path w="11031557" h="5845002">
                <a:moveTo>
                  <a:pt x="0" y="0"/>
                </a:moveTo>
                <a:lnTo>
                  <a:pt x="11031557" y="0"/>
                </a:lnTo>
                <a:lnTo>
                  <a:pt x="11031557" y="5845002"/>
                </a:lnTo>
                <a:lnTo>
                  <a:pt x="0" y="584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79471" y="5854569"/>
            <a:ext cx="2197789" cy="23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332">
                <a:solidFill>
                  <a:srgbClr val="34332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발표자  : 박종빈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79471" y="3634170"/>
            <a:ext cx="4766396" cy="113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8"/>
              </a:lnSpc>
            </a:pPr>
            <a:r>
              <a:rPr lang="en-US" sz="5706" spc="-56">
                <a:solidFill>
                  <a:srgbClr val="FFBD5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79471" y="4459173"/>
            <a:ext cx="4766396" cy="113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8"/>
              </a:lnSpc>
            </a:pPr>
            <a:r>
              <a:rPr lang="en-US" sz="5706" spc="-56">
                <a:solidFill>
                  <a:srgbClr val="34332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감사합니다!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9471" y="3469218"/>
            <a:ext cx="3719629" cy="26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362">
                <a:solidFill>
                  <a:srgbClr val="9E9D97"/>
                </a:solidFill>
                <a:latin typeface="윤고딕"/>
                <a:ea typeface="윤고딕"/>
                <a:cs typeface="윤고딕"/>
                <a:sym typeface="윤고딕"/>
              </a:rPr>
              <a:t>발표를 마치겠습니다</a:t>
            </a: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73606DFE-EBFB-41DB-A4C3-5245AC1C686B}"/>
              </a:ext>
            </a:extLst>
          </p:cNvPr>
          <p:cNvSpPr/>
          <p:nvPr/>
        </p:nvSpPr>
        <p:spPr>
          <a:xfrm>
            <a:off x="10573230" y="2070415"/>
            <a:ext cx="1015975" cy="1100133"/>
          </a:xfrm>
          <a:custGeom>
            <a:avLst/>
            <a:gdLst/>
            <a:ahLst/>
            <a:cxnLst/>
            <a:rect l="l" t="t" r="r" b="b"/>
            <a:pathLst>
              <a:path w="1015975" h="1100133">
                <a:moveTo>
                  <a:pt x="0" y="0"/>
                </a:moveTo>
                <a:lnTo>
                  <a:pt x="1015975" y="0"/>
                </a:lnTo>
                <a:lnTo>
                  <a:pt x="1015975" y="1100133"/>
                </a:lnTo>
                <a:lnTo>
                  <a:pt x="0" y="1100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115" r="-1411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322</Words>
  <Application>Microsoft Office PowerPoint</Application>
  <PresentationFormat>사용자 지정</PresentationFormat>
  <Paragraphs>108</Paragraphs>
  <Slides>20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Arial</vt:lpstr>
      <vt:lpstr>Calibri</vt:lpstr>
      <vt:lpstr>윤고딕</vt:lpstr>
      <vt:lpstr>윤고딕 Medium</vt:lpstr>
      <vt:lpstr>윤고딕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노란색 주황색 심플한 마케팅 그룹 프로젝트 발표 프레젠테이션.pptx (1440 x 1080 px)</dc:title>
  <dc:creator>user</dc:creator>
  <cp:lastModifiedBy>user</cp:lastModifiedBy>
  <cp:revision>5</cp:revision>
  <dcterms:created xsi:type="dcterms:W3CDTF">2006-08-16T00:00:00Z</dcterms:created>
  <dcterms:modified xsi:type="dcterms:W3CDTF">2026-06-17T00:09:17Z</dcterms:modified>
  <dc:identifier>DAHMx-usio4</dc:identifier>
</cp:coreProperties>
</file>